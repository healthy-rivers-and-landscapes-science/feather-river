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7223125" cy="978376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82">
          <p15:clr>
            <a:srgbClr val="A4A3A4"/>
          </p15:clr>
        </p15:guide>
        <p15:guide id="2" pos="22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7" autoAdjust="0"/>
  </p:normalViewPr>
  <p:slideViewPr>
    <p:cSldViewPr>
      <p:cViewPr>
        <p:scale>
          <a:sx n="120" d="100"/>
          <a:sy n="120" d="100"/>
        </p:scale>
        <p:origin x="392" y="-1384"/>
      </p:cViewPr>
      <p:guideLst>
        <p:guide orient="horz" pos="3082"/>
        <p:guide pos="22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DD82566-E05D-4D9D-B271-629431558E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7533C3E-A2E4-4A6C-9CA3-B4C421C4103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6922133E-9B3B-42CA-8B6D-B2CA5BF901A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17738" y="696913"/>
            <a:ext cx="25749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1DD0553B-4DDC-417C-865E-ED4D94D0DC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FA3403DF-D81B-465A-BCBA-10B7684A12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9AF88243-0135-4BA4-86C3-AC6A346BF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4A7B973-CF62-473A-B1D8-14CF384C11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502FB899-D74D-4FD2-9EBD-7ED534479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D582FC0-8119-4C39-84D2-0A1F242708F6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29EDAB9-A3FD-41FA-9EAC-7178919141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7B0AF81-E799-42E8-97C7-74A561F0E2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338" y="3040063"/>
            <a:ext cx="6140450" cy="2097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4263" y="5543550"/>
            <a:ext cx="5056187" cy="250031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08740C-D6C6-4107-9BBE-09A9B2029A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F74647-7D15-4F7C-BF44-28EFA19434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FEF790-5E6E-4DFA-9FA1-441563F404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C09EB5-BFD7-493D-8EB9-0FCB15F9F2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5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44AFBF-E8FE-4E29-A74B-D911688C27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D5B47C-9A86-40FC-8382-46131C23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B289F9-D786-468B-A753-B483E92D7B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C02776-BFAC-493B-8F03-A42BDA67C9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84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13" y="6286500"/>
            <a:ext cx="6140450" cy="1943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913" y="4146550"/>
            <a:ext cx="6140450" cy="21399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2B9CBC-4990-47CC-BDCC-40FBAACE6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E428C0-4D00-4C23-A5F3-AD7C09BA48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D47B95-651C-4D6D-8057-C14067FC07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9F0167-34B0-4676-A717-D639308570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14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1950" y="2282825"/>
            <a:ext cx="3173413" cy="645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7763" y="2282825"/>
            <a:ext cx="3175000" cy="645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AFF50-BBD4-4783-A6E8-A49C56E25E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08E371-C127-4733-80CC-C023F5C459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A381C2-F6F6-4230-AB9C-79F3A632CB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EB0F1A-8236-4F99-AA05-E88E8C3B27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302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950" y="2190750"/>
            <a:ext cx="3190875" cy="911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1950" y="3101975"/>
            <a:ext cx="3190875" cy="5637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8713" y="2190750"/>
            <a:ext cx="3194050" cy="911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68713" y="3101975"/>
            <a:ext cx="3194050" cy="5637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D1E362-D01F-46EA-A280-2FFF3686D6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7939EF-8F4F-4802-85AF-1DC5D6AB05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423DEC5-E22D-4629-BEC0-2D78CF2199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2517EE-B2A9-4CB0-962F-6D90BB6682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55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92AE22B-AC84-456E-BE4C-179F9ADCA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DDCE16-34F5-425B-BC0E-6C4A828AB8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9C6334-736E-41DB-9480-CA6E6E7715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D26A43-D4D8-426B-99C8-629F87CED0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86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FD244B0-345A-4329-A140-142EB7D171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6825D7C-E680-46A4-A828-7939D78B36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724551C-221D-457C-BEEC-89034E2ED3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5BB008-00A2-4004-8C2E-D877A7BFD0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32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88938"/>
            <a:ext cx="2374900" cy="16589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4163" y="388938"/>
            <a:ext cx="4038600" cy="8350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1950" y="2047875"/>
            <a:ext cx="2374900" cy="66913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6D049-9F9E-4C71-ADF2-727A7247F4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5BFB8D-912F-478E-9AB2-F14EE9E626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14E95B-6441-4E09-A3B5-DB15E21AC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1FBCB-5132-43CF-9E24-C91A349097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7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050" y="6848475"/>
            <a:ext cx="4333875" cy="8080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6050" y="874713"/>
            <a:ext cx="4333875" cy="58689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6050" y="7656513"/>
            <a:ext cx="4333875" cy="1149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75A3D5-C8AB-4E55-BCD6-28D490A8B4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A5BAD-48BF-4CE2-B0B0-2758C4D76F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C28AB-4BFD-4C51-A48D-672E188F47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E25222-9E9E-4E73-ABA4-D920C5D7C9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29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AF635A-E516-478A-A5BD-C283B679FF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6A3F67-CAE3-48F1-B3BC-A836094126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8D4332-F3CB-4092-B3A3-87100E4AE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34A41D-7E55-47A3-9352-12B7A0897D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7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8750" y="392113"/>
            <a:ext cx="1624013" cy="8347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1950" y="392113"/>
            <a:ext cx="4724400" cy="8347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77B59-033D-469D-A1DF-B6AACEAD1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144EDD-177F-4D51-878B-B52A43388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868EF3-8376-4FA3-83FA-193353A826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011966-9353-4E9A-8334-50FC5D7D12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554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1950" y="392113"/>
            <a:ext cx="6500813" cy="8347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02861BC-823C-4370-ABFD-F493C4CAF5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723168-0451-4592-8887-4731FF889E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F2F407-015C-4884-85E7-F9933A911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54BC3D-2125-4FE0-B0D9-A97C840CE7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324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78902C-34E8-40DC-9F7B-6CFEA18F2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392113"/>
            <a:ext cx="6500813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25" tIns="49112" rIns="98225" bIns="491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3CB29E-C528-4CA5-8A0F-9D3ABC042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1950" y="2282825"/>
            <a:ext cx="6500813" cy="645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25" tIns="49112" rIns="98225" bIns="491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5E852EA-8676-4822-9213-C9448287A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61950" y="8909050"/>
            <a:ext cx="1684338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25" tIns="49112" rIns="98225" bIns="49112" numCol="1" anchor="t" anchorCtr="0" compatLnSpc="1">
            <a:prstTxWarp prst="textNoShape">
              <a:avLst/>
            </a:prstTxWarp>
          </a:bodyPr>
          <a:lstStyle>
            <a:lvl1pPr defTabSz="982663">
              <a:defRPr sz="15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53795BD-06E6-4BA7-8721-82ECCACB8F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68563" y="8909050"/>
            <a:ext cx="22860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25" tIns="49112" rIns="98225" bIns="49112" numCol="1" anchor="t" anchorCtr="0" compatLnSpc="1">
            <a:prstTxWarp prst="textNoShape">
              <a:avLst/>
            </a:prstTxWarp>
          </a:bodyPr>
          <a:lstStyle>
            <a:lvl1pPr algn="ctr" defTabSz="982663">
              <a:defRPr sz="15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544EF6-65B6-4FED-AD11-7BF3322B25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176838" y="8909050"/>
            <a:ext cx="1685925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225" tIns="49112" rIns="98225" bIns="49112" numCol="1" anchor="t" anchorCtr="0" compatLnSpc="1">
            <a:prstTxWarp prst="textNoShape">
              <a:avLst/>
            </a:prstTxWarp>
          </a:bodyPr>
          <a:lstStyle>
            <a:lvl1pPr algn="r" defTabSz="982663">
              <a:defRPr sz="1500"/>
            </a:lvl1pPr>
          </a:lstStyle>
          <a:p>
            <a:fld id="{1384A005-D11D-4C9B-8A0D-5C5DA5ADB9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2pPr>
      <a:lvl3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3pPr>
      <a:lvl4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4pPr>
      <a:lvl5pPr algn="ctr" defTabSz="982663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5pPr>
      <a:lvl6pPr marL="457200" algn="ctr" defTabSz="982663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6pPr>
      <a:lvl7pPr marL="914400" algn="ctr" defTabSz="982663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7pPr>
      <a:lvl8pPr marL="1371600" algn="ctr" defTabSz="982663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8pPr>
      <a:lvl9pPr marL="1828800" algn="ctr" defTabSz="982663" rtl="0" fontAlgn="base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9pPr>
    </p:titleStyle>
    <p:bodyStyle>
      <a:lvl1pPr marL="368300" indent="-368300" algn="l" defTabSz="982663" rtl="0" eaLnBrk="0" fontAlgn="base" hangingPunct="0">
        <a:spcBef>
          <a:spcPct val="2000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</a:defRPr>
      </a:lvl1pPr>
      <a:lvl2pPr marL="798513" indent="-307975" algn="l" defTabSz="98266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2pPr>
      <a:lvl3pPr marL="1227138" indent="-244475" algn="l" defTabSz="982663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</a:defRPr>
      </a:lvl3pPr>
      <a:lvl4pPr marL="1719263" indent="-246063" algn="l" defTabSz="982663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4pPr>
      <a:lvl5pPr marL="2209800" indent="-246063" algn="l" defTabSz="982663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5pPr>
      <a:lvl6pPr marL="2667000" indent="-246063" algn="l" defTabSz="9826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3124200" indent="-246063" algn="l" defTabSz="9826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581400" indent="-246063" algn="l" defTabSz="9826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4038600" indent="-246063" algn="l" defTabSz="9826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36">
            <a:extLst>
              <a:ext uri="{FF2B5EF4-FFF2-40B4-BE49-F238E27FC236}">
                <a16:creationId xmlns:a16="http://schemas.microsoft.com/office/drawing/2014/main" id="{85AF6CD9-E789-4133-88D6-9EE9075645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0675" y="9324975"/>
            <a:ext cx="16097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1) Data sheet completed by</a:t>
            </a:r>
          </a:p>
        </p:txBody>
      </p:sp>
      <p:sp>
        <p:nvSpPr>
          <p:cNvPr id="2051" name="Line 437">
            <a:extLst>
              <a:ext uri="{FF2B5EF4-FFF2-40B4-BE49-F238E27FC236}">
                <a16:creationId xmlns:a16="http://schemas.microsoft.com/office/drawing/2014/main" id="{45ECABE9-403C-4CDA-B7EE-3BA7D6D0074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52625" y="9477375"/>
            <a:ext cx="639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" name="Text Box 438">
            <a:extLst>
              <a:ext uri="{FF2B5EF4-FFF2-40B4-BE49-F238E27FC236}">
                <a16:creationId xmlns:a16="http://schemas.microsoft.com/office/drawing/2014/main" id="{C0C82C45-1365-41B3-BE55-AAD8F57E6B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68563" y="9329738"/>
            <a:ext cx="12255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latin typeface="Times New Roman" panose="02020603050405020304" pitchFamily="18" charset="0"/>
              </a:rPr>
              <a:t>  </a:t>
            </a:r>
            <a:r>
              <a:rPr lang="en-US" altLang="en-US" sz="900"/>
              <a:t>Date ___________</a:t>
            </a:r>
          </a:p>
        </p:txBody>
      </p:sp>
      <p:sp>
        <p:nvSpPr>
          <p:cNvPr id="2053" name="Text Box 439">
            <a:extLst>
              <a:ext uri="{FF2B5EF4-FFF2-40B4-BE49-F238E27FC236}">
                <a16:creationId xmlns:a16="http://schemas.microsoft.com/office/drawing/2014/main" id="{612648FD-EE5B-4132-96BB-FD4D0AD6425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1788" y="9386888"/>
            <a:ext cx="882650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1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2) Entered by</a:t>
            </a:r>
          </a:p>
        </p:txBody>
      </p:sp>
      <p:sp>
        <p:nvSpPr>
          <p:cNvPr id="2054" name="Line 440">
            <a:extLst>
              <a:ext uri="{FF2B5EF4-FFF2-40B4-BE49-F238E27FC236}">
                <a16:creationId xmlns:a16="http://schemas.microsoft.com/office/drawing/2014/main" id="{B936978A-22C4-4097-B9B4-D3673391144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193800" y="9723438"/>
            <a:ext cx="960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Text Box 441">
            <a:extLst>
              <a:ext uri="{FF2B5EF4-FFF2-40B4-BE49-F238E27FC236}">
                <a16:creationId xmlns:a16="http://schemas.microsoft.com/office/drawing/2014/main" id="{6FB29E64-297D-4C5E-8F61-51BD8357D75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97088" y="9396413"/>
            <a:ext cx="623887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1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Date</a:t>
            </a:r>
          </a:p>
        </p:txBody>
      </p:sp>
      <p:sp>
        <p:nvSpPr>
          <p:cNvPr id="2056" name="Line 442">
            <a:extLst>
              <a:ext uri="{FF2B5EF4-FFF2-40B4-BE49-F238E27FC236}">
                <a16:creationId xmlns:a16="http://schemas.microsoft.com/office/drawing/2014/main" id="{B941CA50-042C-4E63-A8F8-F5E7BA7CC63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17775" y="9723438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Text Box 443">
            <a:extLst>
              <a:ext uri="{FF2B5EF4-FFF2-40B4-BE49-F238E27FC236}">
                <a16:creationId xmlns:a16="http://schemas.microsoft.com/office/drawing/2014/main" id="{497E8D4C-2DCD-4FC1-B91D-908BB42B39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11563" y="9315450"/>
            <a:ext cx="12827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3) First</a:t>
            </a:r>
            <a:r>
              <a:rPr lang="en-US" altLang="en-US" sz="900">
                <a:latin typeface="Times New Roman" panose="02020603050405020304" pitchFamily="18" charset="0"/>
              </a:rPr>
              <a:t> </a:t>
            </a:r>
            <a:r>
              <a:rPr lang="en-US" altLang="en-US" sz="900"/>
              <a:t>verification</a:t>
            </a:r>
            <a:r>
              <a:rPr lang="en-US" altLang="en-US" sz="900">
                <a:latin typeface="Times New Roman" panose="02020603050405020304" pitchFamily="18" charset="0"/>
              </a:rPr>
              <a:t> by</a:t>
            </a:r>
          </a:p>
        </p:txBody>
      </p:sp>
      <p:sp>
        <p:nvSpPr>
          <p:cNvPr id="2058" name="Line 444">
            <a:extLst>
              <a:ext uri="{FF2B5EF4-FFF2-40B4-BE49-F238E27FC236}">
                <a16:creationId xmlns:a16="http://schemas.microsoft.com/office/drawing/2014/main" id="{55FCA605-BC9F-4353-BA4C-7A5427F631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926013" y="9478963"/>
            <a:ext cx="77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Text Box 445">
            <a:extLst>
              <a:ext uri="{FF2B5EF4-FFF2-40B4-BE49-F238E27FC236}">
                <a16:creationId xmlns:a16="http://schemas.microsoft.com/office/drawing/2014/main" id="{7DE687CA-444E-4437-97FD-F4191B1540E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57850" y="9328150"/>
            <a:ext cx="438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Date</a:t>
            </a:r>
          </a:p>
        </p:txBody>
      </p:sp>
      <p:sp>
        <p:nvSpPr>
          <p:cNvPr id="2060" name="Line 446">
            <a:extLst>
              <a:ext uri="{FF2B5EF4-FFF2-40B4-BE49-F238E27FC236}">
                <a16:creationId xmlns:a16="http://schemas.microsoft.com/office/drawing/2014/main" id="{9C98DCB0-2736-4CF9-AE1B-FED34E39A09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49963" y="9486900"/>
            <a:ext cx="620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61" name="Group 451">
            <a:extLst>
              <a:ext uri="{FF2B5EF4-FFF2-40B4-BE49-F238E27FC236}">
                <a16:creationId xmlns:a16="http://schemas.microsoft.com/office/drawing/2014/main" id="{739D8511-C668-4F2A-B99E-5A5F0292134C}"/>
              </a:ext>
            </a:extLst>
          </p:cNvPr>
          <p:cNvGrpSpPr>
            <a:grpSpLocks/>
          </p:cNvGrpSpPr>
          <p:nvPr/>
        </p:nvGrpSpPr>
        <p:grpSpPr bwMode="auto">
          <a:xfrm>
            <a:off x="125507" y="4569519"/>
            <a:ext cx="6758563" cy="4792964"/>
            <a:chOff x="336" y="2729"/>
            <a:chExt cx="3642" cy="2534"/>
          </a:xfrm>
        </p:grpSpPr>
        <p:grpSp>
          <p:nvGrpSpPr>
            <p:cNvPr id="2100" name="Group 208">
              <a:extLst>
                <a:ext uri="{FF2B5EF4-FFF2-40B4-BE49-F238E27FC236}">
                  <a16:creationId xmlns:a16="http://schemas.microsoft.com/office/drawing/2014/main" id="{BC4B911F-5E09-4A7F-B36A-46198F857F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6" y="2731"/>
              <a:ext cx="3620" cy="2529"/>
              <a:chOff x="218" y="2928"/>
              <a:chExt cx="4024" cy="2810"/>
            </a:xfrm>
          </p:grpSpPr>
          <p:sp>
            <p:nvSpPr>
              <p:cNvPr id="2130" name="Line 209">
                <a:extLst>
                  <a:ext uri="{FF2B5EF4-FFF2-40B4-BE49-F238E27FC236}">
                    <a16:creationId xmlns:a16="http://schemas.microsoft.com/office/drawing/2014/main" id="{D216D598-E17D-437D-969A-DC614F347B5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" y="2935"/>
                <a:ext cx="4016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1" name="Rectangle 210">
                <a:extLst>
                  <a:ext uri="{FF2B5EF4-FFF2-40B4-BE49-F238E27FC236}">
                    <a16:creationId xmlns:a16="http://schemas.microsoft.com/office/drawing/2014/main" id="{FAB01F5B-42B7-4957-A8EF-80AAFF233F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" y="2935"/>
                <a:ext cx="4016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32" name="Line 211">
                <a:extLst>
                  <a:ext uri="{FF2B5EF4-FFF2-40B4-BE49-F238E27FC236}">
                    <a16:creationId xmlns:a16="http://schemas.microsoft.com/office/drawing/2014/main" id="{B6800636-0B18-4963-8292-7E7AC1C57D8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" y="2935"/>
                <a:ext cx="1" cy="2796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3" name="Rectangle 212">
                <a:extLst>
                  <a:ext uri="{FF2B5EF4-FFF2-40B4-BE49-F238E27FC236}">
                    <a16:creationId xmlns:a16="http://schemas.microsoft.com/office/drawing/2014/main" id="{1BC3B217-C088-4FFE-96D8-C682172A33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" y="2935"/>
                <a:ext cx="8" cy="2796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34" name="Rectangle 213">
                <a:extLst>
                  <a:ext uri="{FF2B5EF4-FFF2-40B4-BE49-F238E27FC236}">
                    <a16:creationId xmlns:a16="http://schemas.microsoft.com/office/drawing/2014/main" id="{B2938CF2-75EA-4C57-A6C9-11343D2152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2" y="2928"/>
                <a:ext cx="20" cy="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900" b="1">
                    <a:solidFill>
                      <a:srgbClr val="000000"/>
                    </a:solidFill>
                  </a:rPr>
                  <a:t> </a:t>
                </a:r>
                <a:endParaRPr lang="en-US" altLang="en-US" sz="1100"/>
              </a:p>
            </p:txBody>
          </p:sp>
          <p:sp>
            <p:nvSpPr>
              <p:cNvPr id="2135" name="Rectangle 214">
                <a:extLst>
                  <a:ext uri="{FF2B5EF4-FFF2-40B4-BE49-F238E27FC236}">
                    <a16:creationId xmlns:a16="http://schemas.microsoft.com/office/drawing/2014/main" id="{8128792E-EFE8-4CB6-BBE5-3E6F31B270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7" y="3014"/>
                <a:ext cx="1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100"/>
              </a:p>
            </p:txBody>
          </p:sp>
          <p:sp>
            <p:nvSpPr>
              <p:cNvPr id="2136" name="Rectangle 215">
                <a:extLst>
                  <a:ext uri="{FF2B5EF4-FFF2-40B4-BE49-F238E27FC236}">
                    <a16:creationId xmlns:a16="http://schemas.microsoft.com/office/drawing/2014/main" id="{46E50217-03F7-405A-8B11-B3DC5EDA1C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26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1</a:t>
                </a:r>
                <a:endParaRPr lang="en-US" altLang="en-US" sz="1100"/>
              </a:p>
            </p:txBody>
          </p:sp>
          <p:sp>
            <p:nvSpPr>
              <p:cNvPr id="2137" name="Rectangle 216">
                <a:extLst>
                  <a:ext uri="{FF2B5EF4-FFF2-40B4-BE49-F238E27FC236}">
                    <a16:creationId xmlns:a16="http://schemas.microsoft.com/office/drawing/2014/main" id="{BCFCA184-3425-437A-B72E-CEB0946FEA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34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2</a:t>
                </a:r>
                <a:endParaRPr lang="en-US" altLang="en-US" sz="1100"/>
              </a:p>
            </p:txBody>
          </p:sp>
          <p:sp>
            <p:nvSpPr>
              <p:cNvPr id="2138" name="Rectangle 217">
                <a:extLst>
                  <a:ext uri="{FF2B5EF4-FFF2-40B4-BE49-F238E27FC236}">
                    <a16:creationId xmlns:a16="http://schemas.microsoft.com/office/drawing/2014/main" id="{DAF65495-ED7B-482D-81F1-923AD76168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43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3</a:t>
                </a:r>
                <a:endParaRPr lang="en-US" altLang="en-US" sz="1100"/>
              </a:p>
            </p:txBody>
          </p:sp>
          <p:sp>
            <p:nvSpPr>
              <p:cNvPr id="2139" name="Rectangle 218">
                <a:extLst>
                  <a:ext uri="{FF2B5EF4-FFF2-40B4-BE49-F238E27FC236}">
                    <a16:creationId xmlns:a16="http://schemas.microsoft.com/office/drawing/2014/main" id="{DC5950D0-9D09-47D6-B40A-059F222BA8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49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4</a:t>
                </a:r>
                <a:endParaRPr lang="en-US" altLang="en-US" sz="1100"/>
              </a:p>
            </p:txBody>
          </p:sp>
          <p:sp>
            <p:nvSpPr>
              <p:cNvPr id="2140" name="Rectangle 219">
                <a:extLst>
                  <a:ext uri="{FF2B5EF4-FFF2-40B4-BE49-F238E27FC236}">
                    <a16:creationId xmlns:a16="http://schemas.microsoft.com/office/drawing/2014/main" id="{568DBB63-BDDD-4EFF-91FC-E3376D5514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57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5</a:t>
                </a:r>
                <a:endParaRPr lang="en-US" altLang="en-US" sz="1100"/>
              </a:p>
            </p:txBody>
          </p:sp>
          <p:sp>
            <p:nvSpPr>
              <p:cNvPr id="2141" name="Rectangle 220">
                <a:extLst>
                  <a:ext uri="{FF2B5EF4-FFF2-40B4-BE49-F238E27FC236}">
                    <a16:creationId xmlns:a16="http://schemas.microsoft.com/office/drawing/2014/main" id="{3A465517-D657-49BB-A51A-2CD1528E7C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5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6</a:t>
                </a:r>
                <a:endParaRPr lang="en-US" altLang="en-US" sz="1100"/>
              </a:p>
            </p:txBody>
          </p:sp>
          <p:sp>
            <p:nvSpPr>
              <p:cNvPr id="2142" name="Rectangle 221">
                <a:extLst>
                  <a:ext uri="{FF2B5EF4-FFF2-40B4-BE49-F238E27FC236}">
                    <a16:creationId xmlns:a16="http://schemas.microsoft.com/office/drawing/2014/main" id="{07BA9483-1523-46F1-B974-9D226B471A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74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7</a:t>
                </a:r>
                <a:endParaRPr lang="en-US" altLang="en-US" sz="1100"/>
              </a:p>
            </p:txBody>
          </p:sp>
          <p:sp>
            <p:nvSpPr>
              <p:cNvPr id="2143" name="Rectangle 222">
                <a:extLst>
                  <a:ext uri="{FF2B5EF4-FFF2-40B4-BE49-F238E27FC236}">
                    <a16:creationId xmlns:a16="http://schemas.microsoft.com/office/drawing/2014/main" id="{6F45948E-13F5-4425-939B-488C6BF724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79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8</a:t>
                </a:r>
                <a:endParaRPr lang="en-US" altLang="en-US" sz="1100"/>
              </a:p>
            </p:txBody>
          </p:sp>
          <p:sp>
            <p:nvSpPr>
              <p:cNvPr id="2144" name="Rectangle 223">
                <a:extLst>
                  <a:ext uri="{FF2B5EF4-FFF2-40B4-BE49-F238E27FC236}">
                    <a16:creationId xmlns:a16="http://schemas.microsoft.com/office/drawing/2014/main" id="{88851BD2-2357-443C-8165-454C2E9742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88" y="3014"/>
                <a:ext cx="4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9</a:t>
                </a:r>
                <a:endParaRPr lang="en-US" altLang="en-US" sz="1100"/>
              </a:p>
            </p:txBody>
          </p:sp>
          <p:sp>
            <p:nvSpPr>
              <p:cNvPr id="2145" name="Rectangle 224">
                <a:extLst>
                  <a:ext uri="{FF2B5EF4-FFF2-40B4-BE49-F238E27FC236}">
                    <a16:creationId xmlns:a16="http://schemas.microsoft.com/office/drawing/2014/main" id="{229685A9-A741-430C-9439-CD1DF3A06E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73" y="3014"/>
                <a:ext cx="99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1">
                    <a:solidFill>
                      <a:srgbClr val="000000"/>
                    </a:solidFill>
                  </a:rPr>
                  <a:t>10</a:t>
                </a:r>
                <a:endParaRPr lang="en-US" altLang="en-US" sz="1100"/>
              </a:p>
            </p:txBody>
          </p:sp>
          <p:sp>
            <p:nvSpPr>
              <p:cNvPr id="2146" name="Rectangle 225">
                <a:extLst>
                  <a:ext uri="{FF2B5EF4-FFF2-40B4-BE49-F238E27FC236}">
                    <a16:creationId xmlns:a16="http://schemas.microsoft.com/office/drawing/2014/main" id="{DF350425-E07B-4C44-9077-1BCA5E9ADE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11" y="2928"/>
                <a:ext cx="20" cy="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900" b="1">
                    <a:solidFill>
                      <a:srgbClr val="000000"/>
                    </a:solidFill>
                  </a:rPr>
                  <a:t> </a:t>
                </a:r>
                <a:endParaRPr lang="en-US" altLang="en-US" sz="1100"/>
              </a:p>
            </p:txBody>
          </p:sp>
          <p:sp>
            <p:nvSpPr>
              <p:cNvPr id="2147" name="Rectangle 226">
                <a:extLst>
                  <a:ext uri="{FF2B5EF4-FFF2-40B4-BE49-F238E27FC236}">
                    <a16:creationId xmlns:a16="http://schemas.microsoft.com/office/drawing/2014/main" id="{F6D9583C-81FA-4D23-A2EE-C9438C90E8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80" y="3014"/>
                <a:ext cx="1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982663"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82663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82663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82663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82663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826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100"/>
              </a:p>
            </p:txBody>
          </p:sp>
          <p:sp>
            <p:nvSpPr>
              <p:cNvPr id="2148" name="Line 227">
                <a:extLst>
                  <a:ext uri="{FF2B5EF4-FFF2-40B4-BE49-F238E27FC236}">
                    <a16:creationId xmlns:a16="http://schemas.microsoft.com/office/drawing/2014/main" id="{D93C3E66-6534-48B6-8671-4F9E1E033E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6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9" name="Rectangle 228">
                <a:extLst>
                  <a:ext uri="{FF2B5EF4-FFF2-40B4-BE49-F238E27FC236}">
                    <a16:creationId xmlns:a16="http://schemas.microsoft.com/office/drawing/2014/main" id="{82B24E51-D6DA-41B3-9D5B-9F9B9DDC39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50" name="Line 229">
                <a:extLst>
                  <a:ext uri="{FF2B5EF4-FFF2-40B4-BE49-F238E27FC236}">
                    <a16:creationId xmlns:a16="http://schemas.microsoft.com/office/drawing/2014/main" id="{5D700C46-D904-4F0C-84C1-E60D3ACE54A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95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" name="Rectangle 230">
                <a:extLst>
                  <a:ext uri="{FF2B5EF4-FFF2-40B4-BE49-F238E27FC236}">
                    <a16:creationId xmlns:a16="http://schemas.microsoft.com/office/drawing/2014/main" id="{3FFF8C47-09C4-4F0C-BDB8-A3D2D36458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95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52" name="Rectangle 231">
                <a:extLst>
                  <a:ext uri="{FF2B5EF4-FFF2-40B4-BE49-F238E27FC236}">
                    <a16:creationId xmlns:a16="http://schemas.microsoft.com/office/drawing/2014/main" id="{375695BC-23B9-430A-977F-ECC11CF31C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3114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53" name="Line 232">
                <a:extLst>
                  <a:ext uri="{FF2B5EF4-FFF2-40B4-BE49-F238E27FC236}">
                    <a16:creationId xmlns:a16="http://schemas.microsoft.com/office/drawing/2014/main" id="{C081232D-D8D3-478D-A4FD-DBBF233192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95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" name="Rectangle 233">
                <a:extLst>
                  <a:ext uri="{FF2B5EF4-FFF2-40B4-BE49-F238E27FC236}">
                    <a16:creationId xmlns:a16="http://schemas.microsoft.com/office/drawing/2014/main" id="{3AB7891F-3439-4E28-8AE9-3B14A17814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95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55" name="Rectangle 234">
                <a:extLst>
                  <a:ext uri="{FF2B5EF4-FFF2-40B4-BE49-F238E27FC236}">
                    <a16:creationId xmlns:a16="http://schemas.microsoft.com/office/drawing/2014/main" id="{AC6319D5-5864-4F5F-BB92-F8E901C9F7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3114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56" name="Line 235">
                <a:extLst>
                  <a:ext uri="{FF2B5EF4-FFF2-40B4-BE49-F238E27FC236}">
                    <a16:creationId xmlns:a16="http://schemas.microsoft.com/office/drawing/2014/main" id="{4F33595A-1556-46D9-9AB5-A9542DF024D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303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7" name="Rectangle 236">
                <a:extLst>
                  <a:ext uri="{FF2B5EF4-FFF2-40B4-BE49-F238E27FC236}">
                    <a16:creationId xmlns:a16="http://schemas.microsoft.com/office/drawing/2014/main" id="{5BADA667-D76F-46AB-A44A-9A7947D29B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03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58" name="Rectangle 237">
                <a:extLst>
                  <a:ext uri="{FF2B5EF4-FFF2-40B4-BE49-F238E27FC236}">
                    <a16:creationId xmlns:a16="http://schemas.microsoft.com/office/drawing/2014/main" id="{A84C4786-0F50-4111-8124-980267D692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3114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59" name="Line 238">
                <a:extLst>
                  <a:ext uri="{FF2B5EF4-FFF2-40B4-BE49-F238E27FC236}">
                    <a16:creationId xmlns:a16="http://schemas.microsoft.com/office/drawing/2014/main" id="{BC0229C7-CEAF-4961-B933-018ADB7BF4C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611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0" name="Rectangle 239">
                <a:extLst>
                  <a:ext uri="{FF2B5EF4-FFF2-40B4-BE49-F238E27FC236}">
                    <a16:creationId xmlns:a16="http://schemas.microsoft.com/office/drawing/2014/main" id="{7AFD35AC-D9F7-4BC8-8666-9B014DAA92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11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61" name="Rectangle 240">
                <a:extLst>
                  <a:ext uri="{FF2B5EF4-FFF2-40B4-BE49-F238E27FC236}">
                    <a16:creationId xmlns:a16="http://schemas.microsoft.com/office/drawing/2014/main" id="{FCE9D2AE-1ED0-4BE0-84EB-2A9A516211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3114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62" name="Line 241">
                <a:extLst>
                  <a:ext uri="{FF2B5EF4-FFF2-40B4-BE49-F238E27FC236}">
                    <a16:creationId xmlns:a16="http://schemas.microsoft.com/office/drawing/2014/main" id="{DD2190D0-BE3A-43A6-B6B1-50D23DA780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919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" name="Rectangle 242">
                <a:extLst>
                  <a:ext uri="{FF2B5EF4-FFF2-40B4-BE49-F238E27FC236}">
                    <a16:creationId xmlns:a16="http://schemas.microsoft.com/office/drawing/2014/main" id="{DC069185-4A44-44F4-8245-1B59A127DB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19" y="2928"/>
                <a:ext cx="7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64" name="Rectangle 243">
                <a:extLst>
                  <a:ext uri="{FF2B5EF4-FFF2-40B4-BE49-F238E27FC236}">
                    <a16:creationId xmlns:a16="http://schemas.microsoft.com/office/drawing/2014/main" id="{5DC78257-3C73-4A58-8118-0663B108F3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3114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65" name="Line 244">
                <a:extLst>
                  <a:ext uri="{FF2B5EF4-FFF2-40B4-BE49-F238E27FC236}">
                    <a16:creationId xmlns:a16="http://schemas.microsoft.com/office/drawing/2014/main" id="{FE09BCB4-0FBC-4899-8DF1-E795274E68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26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" name="Rectangle 245">
                <a:extLst>
                  <a:ext uri="{FF2B5EF4-FFF2-40B4-BE49-F238E27FC236}">
                    <a16:creationId xmlns:a16="http://schemas.microsoft.com/office/drawing/2014/main" id="{E5047640-52FF-4FD3-A1DC-096D4BCA85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6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67" name="Rectangle 246">
                <a:extLst>
                  <a:ext uri="{FF2B5EF4-FFF2-40B4-BE49-F238E27FC236}">
                    <a16:creationId xmlns:a16="http://schemas.microsoft.com/office/drawing/2014/main" id="{8FFBD7A3-2A4D-4FD4-8893-C76DAA030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3114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68" name="Line 247">
                <a:extLst>
                  <a:ext uri="{FF2B5EF4-FFF2-40B4-BE49-F238E27FC236}">
                    <a16:creationId xmlns:a16="http://schemas.microsoft.com/office/drawing/2014/main" id="{E0CB7496-86A2-4BE0-A405-7318C1A240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534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" name="Rectangle 248">
                <a:extLst>
                  <a:ext uri="{FF2B5EF4-FFF2-40B4-BE49-F238E27FC236}">
                    <a16:creationId xmlns:a16="http://schemas.microsoft.com/office/drawing/2014/main" id="{2EF92AAE-299C-47DD-AF20-4295A30412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34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70" name="Rectangle 249">
                <a:extLst>
                  <a:ext uri="{FF2B5EF4-FFF2-40B4-BE49-F238E27FC236}">
                    <a16:creationId xmlns:a16="http://schemas.microsoft.com/office/drawing/2014/main" id="{12F227E3-9352-48E2-A5F6-9BCF1D299A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3114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71" name="Line 250">
                <a:extLst>
                  <a:ext uri="{FF2B5EF4-FFF2-40B4-BE49-F238E27FC236}">
                    <a16:creationId xmlns:a16="http://schemas.microsoft.com/office/drawing/2014/main" id="{E6CC7F21-49C1-4FC2-A5D8-BFB268F85FD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842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" name="Rectangle 251">
                <a:extLst>
                  <a:ext uri="{FF2B5EF4-FFF2-40B4-BE49-F238E27FC236}">
                    <a16:creationId xmlns:a16="http://schemas.microsoft.com/office/drawing/2014/main" id="{650DDF55-D703-4BDF-A7E7-AD9A1CC756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42" y="2928"/>
                <a:ext cx="7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73" name="Rectangle 252">
                <a:extLst>
                  <a:ext uri="{FF2B5EF4-FFF2-40B4-BE49-F238E27FC236}">
                    <a16:creationId xmlns:a16="http://schemas.microsoft.com/office/drawing/2014/main" id="{D3A46CBF-3ED4-4B2C-BAC3-DBD3117916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3114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74" name="Line 253">
                <a:extLst>
                  <a:ext uri="{FF2B5EF4-FFF2-40B4-BE49-F238E27FC236}">
                    <a16:creationId xmlns:a16="http://schemas.microsoft.com/office/drawing/2014/main" id="{2095ECE8-2F41-4422-B520-B99797442FB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150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" name="Rectangle 254">
                <a:extLst>
                  <a:ext uri="{FF2B5EF4-FFF2-40B4-BE49-F238E27FC236}">
                    <a16:creationId xmlns:a16="http://schemas.microsoft.com/office/drawing/2014/main" id="{E757EDB2-90AE-4E01-9EA0-608E7BC0F0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50" y="2928"/>
                <a:ext cx="7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76" name="Rectangle 255">
                <a:extLst>
                  <a:ext uri="{FF2B5EF4-FFF2-40B4-BE49-F238E27FC236}">
                    <a16:creationId xmlns:a16="http://schemas.microsoft.com/office/drawing/2014/main" id="{0B166837-53E3-43CF-9B53-35A639D3F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3114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77" name="Line 256">
                <a:extLst>
                  <a:ext uri="{FF2B5EF4-FFF2-40B4-BE49-F238E27FC236}">
                    <a16:creationId xmlns:a16="http://schemas.microsoft.com/office/drawing/2014/main" id="{E4AE3426-01EA-4D4E-BCB0-DF999EFDF2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457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" name="Rectangle 257">
                <a:extLst>
                  <a:ext uri="{FF2B5EF4-FFF2-40B4-BE49-F238E27FC236}">
                    <a16:creationId xmlns:a16="http://schemas.microsoft.com/office/drawing/2014/main" id="{BFB4CE17-A1F0-4FA2-BFB5-62E2F55C99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57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79" name="Rectangle 258">
                <a:extLst>
                  <a:ext uri="{FF2B5EF4-FFF2-40B4-BE49-F238E27FC236}">
                    <a16:creationId xmlns:a16="http://schemas.microsoft.com/office/drawing/2014/main" id="{07BDDD83-00FD-405A-9168-7BCA7F3D03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3114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80" name="Line 259">
                <a:extLst>
                  <a:ext uri="{FF2B5EF4-FFF2-40B4-BE49-F238E27FC236}">
                    <a16:creationId xmlns:a16="http://schemas.microsoft.com/office/drawing/2014/main" id="{A71CFEE5-49EB-4520-B3B9-4D34D9FF6E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765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" name="Rectangle 260">
                <a:extLst>
                  <a:ext uri="{FF2B5EF4-FFF2-40B4-BE49-F238E27FC236}">
                    <a16:creationId xmlns:a16="http://schemas.microsoft.com/office/drawing/2014/main" id="{DA374B17-ECD5-49F4-A872-C30108F1F9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65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82" name="Rectangle 261">
                <a:extLst>
                  <a:ext uri="{FF2B5EF4-FFF2-40B4-BE49-F238E27FC236}">
                    <a16:creationId xmlns:a16="http://schemas.microsoft.com/office/drawing/2014/main" id="{51B8E2A9-1F7B-43CF-9AD3-167F22A970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3114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83" name="Line 262">
                <a:extLst>
                  <a:ext uri="{FF2B5EF4-FFF2-40B4-BE49-F238E27FC236}">
                    <a16:creationId xmlns:a16="http://schemas.microsoft.com/office/drawing/2014/main" id="{8D35C409-0059-421C-8C34-C8E7301D035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234" y="29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4" name="Rectangle 263">
                <a:extLst>
                  <a:ext uri="{FF2B5EF4-FFF2-40B4-BE49-F238E27FC236}">
                    <a16:creationId xmlns:a16="http://schemas.microsoft.com/office/drawing/2014/main" id="{25315ACB-EFBD-4D53-AEED-6E9D4E41DD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34" y="2928"/>
                <a:ext cx="8" cy="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85" name="Rectangle 264">
                <a:extLst>
                  <a:ext uri="{FF2B5EF4-FFF2-40B4-BE49-F238E27FC236}">
                    <a16:creationId xmlns:a16="http://schemas.microsoft.com/office/drawing/2014/main" id="{87057346-1AE4-4192-97AB-0ABFB611F8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3300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86" name="Rectangle 265">
                <a:extLst>
                  <a:ext uri="{FF2B5EF4-FFF2-40B4-BE49-F238E27FC236}">
                    <a16:creationId xmlns:a16="http://schemas.microsoft.com/office/drawing/2014/main" id="{80723413-598F-4DA4-BEAE-0A7D074005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3300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 dirty="0"/>
              </a:p>
            </p:txBody>
          </p:sp>
          <p:sp>
            <p:nvSpPr>
              <p:cNvPr id="2187" name="Rectangle 266">
                <a:extLst>
                  <a:ext uri="{FF2B5EF4-FFF2-40B4-BE49-F238E27FC236}">
                    <a16:creationId xmlns:a16="http://schemas.microsoft.com/office/drawing/2014/main" id="{D831D1A5-39D5-403B-AD4D-273B3C5B2A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3300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88" name="Rectangle 267">
                <a:extLst>
                  <a:ext uri="{FF2B5EF4-FFF2-40B4-BE49-F238E27FC236}">
                    <a16:creationId xmlns:a16="http://schemas.microsoft.com/office/drawing/2014/main" id="{B9D01722-13F3-4EC4-9E6D-B24DEBA8B9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3300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89" name="Rectangle 268">
                <a:extLst>
                  <a:ext uri="{FF2B5EF4-FFF2-40B4-BE49-F238E27FC236}">
                    <a16:creationId xmlns:a16="http://schemas.microsoft.com/office/drawing/2014/main" id="{10846FB0-E05E-4092-96DF-C7F1F30EA7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3300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0" name="Rectangle 269">
                <a:extLst>
                  <a:ext uri="{FF2B5EF4-FFF2-40B4-BE49-F238E27FC236}">
                    <a16:creationId xmlns:a16="http://schemas.microsoft.com/office/drawing/2014/main" id="{19C7FFB0-A6DA-4668-823C-1002BAD7DF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3300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1" name="Rectangle 270">
                <a:extLst>
                  <a:ext uri="{FF2B5EF4-FFF2-40B4-BE49-F238E27FC236}">
                    <a16:creationId xmlns:a16="http://schemas.microsoft.com/office/drawing/2014/main" id="{3F2A2BC6-89BD-4E3D-9A40-046CBE7BBB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3300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2" name="Rectangle 271">
                <a:extLst>
                  <a:ext uri="{FF2B5EF4-FFF2-40B4-BE49-F238E27FC236}">
                    <a16:creationId xmlns:a16="http://schemas.microsoft.com/office/drawing/2014/main" id="{CC353510-3683-452A-BC63-B998F35D1A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3300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3" name="Rectangle 272">
                <a:extLst>
                  <a:ext uri="{FF2B5EF4-FFF2-40B4-BE49-F238E27FC236}">
                    <a16:creationId xmlns:a16="http://schemas.microsoft.com/office/drawing/2014/main" id="{0D68643B-CC38-43A4-98BF-9564E712B4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3300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4" name="Rectangle 273">
                <a:extLst>
                  <a:ext uri="{FF2B5EF4-FFF2-40B4-BE49-F238E27FC236}">
                    <a16:creationId xmlns:a16="http://schemas.microsoft.com/office/drawing/2014/main" id="{B27F1218-AF0E-4B6A-BFC3-F39DF9A1D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3300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5" name="Rectangle 274">
                <a:extLst>
                  <a:ext uri="{FF2B5EF4-FFF2-40B4-BE49-F238E27FC236}">
                    <a16:creationId xmlns:a16="http://schemas.microsoft.com/office/drawing/2014/main" id="{5173308E-5B62-4D3B-883E-15DE990812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3300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6" name="Rectangle 275">
                <a:extLst>
                  <a:ext uri="{FF2B5EF4-FFF2-40B4-BE49-F238E27FC236}">
                    <a16:creationId xmlns:a16="http://schemas.microsoft.com/office/drawing/2014/main" id="{C0B6D237-9336-4F68-9862-5A66AFFC00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3486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7" name="Rectangle 276">
                <a:extLst>
                  <a:ext uri="{FF2B5EF4-FFF2-40B4-BE49-F238E27FC236}">
                    <a16:creationId xmlns:a16="http://schemas.microsoft.com/office/drawing/2014/main" id="{A04F7E18-53DF-4409-BDCC-7D1BE9C67B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3486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8" name="Rectangle 277">
                <a:extLst>
                  <a:ext uri="{FF2B5EF4-FFF2-40B4-BE49-F238E27FC236}">
                    <a16:creationId xmlns:a16="http://schemas.microsoft.com/office/drawing/2014/main" id="{023B4B0E-B120-4CD5-B681-D6780A19C1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3486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199" name="Rectangle 278">
                <a:extLst>
                  <a:ext uri="{FF2B5EF4-FFF2-40B4-BE49-F238E27FC236}">
                    <a16:creationId xmlns:a16="http://schemas.microsoft.com/office/drawing/2014/main" id="{98D410EF-3796-46D5-9C16-F68974C20D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3486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0" name="Rectangle 279">
                <a:extLst>
                  <a:ext uri="{FF2B5EF4-FFF2-40B4-BE49-F238E27FC236}">
                    <a16:creationId xmlns:a16="http://schemas.microsoft.com/office/drawing/2014/main" id="{AD1F136B-FDAA-47D1-92CC-21509135A4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3486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1" name="Rectangle 280">
                <a:extLst>
                  <a:ext uri="{FF2B5EF4-FFF2-40B4-BE49-F238E27FC236}">
                    <a16:creationId xmlns:a16="http://schemas.microsoft.com/office/drawing/2014/main" id="{03B941C7-AE27-4729-9B2A-6CA79E9DE9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3486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2" name="Rectangle 281">
                <a:extLst>
                  <a:ext uri="{FF2B5EF4-FFF2-40B4-BE49-F238E27FC236}">
                    <a16:creationId xmlns:a16="http://schemas.microsoft.com/office/drawing/2014/main" id="{35B9D7B0-92A9-4CD1-B741-6997B1D49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3486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3" name="Rectangle 282">
                <a:extLst>
                  <a:ext uri="{FF2B5EF4-FFF2-40B4-BE49-F238E27FC236}">
                    <a16:creationId xmlns:a16="http://schemas.microsoft.com/office/drawing/2014/main" id="{17AEA26A-4A74-46E7-9CE3-B9C11DB8F7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3486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4" name="Rectangle 283">
                <a:extLst>
                  <a:ext uri="{FF2B5EF4-FFF2-40B4-BE49-F238E27FC236}">
                    <a16:creationId xmlns:a16="http://schemas.microsoft.com/office/drawing/2014/main" id="{D9727D1F-DEA3-4237-B055-B32FF698B5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3486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5" name="Rectangle 284">
                <a:extLst>
                  <a:ext uri="{FF2B5EF4-FFF2-40B4-BE49-F238E27FC236}">
                    <a16:creationId xmlns:a16="http://schemas.microsoft.com/office/drawing/2014/main" id="{96396DBE-BFD9-4FBD-9637-9E6759E263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3486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6" name="Rectangle 285">
                <a:extLst>
                  <a:ext uri="{FF2B5EF4-FFF2-40B4-BE49-F238E27FC236}">
                    <a16:creationId xmlns:a16="http://schemas.microsoft.com/office/drawing/2014/main" id="{FFA2145A-B26F-4368-9C16-081B041030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3486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7" name="Rectangle 286">
                <a:extLst>
                  <a:ext uri="{FF2B5EF4-FFF2-40B4-BE49-F238E27FC236}">
                    <a16:creationId xmlns:a16="http://schemas.microsoft.com/office/drawing/2014/main" id="{BC2FFB26-3523-4AF3-9802-FBB99EF890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3672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8" name="Rectangle 287">
                <a:extLst>
                  <a:ext uri="{FF2B5EF4-FFF2-40B4-BE49-F238E27FC236}">
                    <a16:creationId xmlns:a16="http://schemas.microsoft.com/office/drawing/2014/main" id="{20C3AC5F-4ADD-4008-BE3F-8521E9FC30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3672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09" name="Rectangle 288">
                <a:extLst>
                  <a:ext uri="{FF2B5EF4-FFF2-40B4-BE49-F238E27FC236}">
                    <a16:creationId xmlns:a16="http://schemas.microsoft.com/office/drawing/2014/main" id="{AA9809E5-5C63-4803-8BD7-9CD601519C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3672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0" name="Rectangle 289">
                <a:extLst>
                  <a:ext uri="{FF2B5EF4-FFF2-40B4-BE49-F238E27FC236}">
                    <a16:creationId xmlns:a16="http://schemas.microsoft.com/office/drawing/2014/main" id="{6242ED8A-CD77-4D26-9CEE-748D3E72F5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3672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1" name="Rectangle 290">
                <a:extLst>
                  <a:ext uri="{FF2B5EF4-FFF2-40B4-BE49-F238E27FC236}">
                    <a16:creationId xmlns:a16="http://schemas.microsoft.com/office/drawing/2014/main" id="{CE570F76-FC52-42BE-A954-A85CC950D4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3672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2" name="Rectangle 291">
                <a:extLst>
                  <a:ext uri="{FF2B5EF4-FFF2-40B4-BE49-F238E27FC236}">
                    <a16:creationId xmlns:a16="http://schemas.microsoft.com/office/drawing/2014/main" id="{FD10154B-D809-42DC-A4A4-659E40E586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3672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3" name="Rectangle 292">
                <a:extLst>
                  <a:ext uri="{FF2B5EF4-FFF2-40B4-BE49-F238E27FC236}">
                    <a16:creationId xmlns:a16="http://schemas.microsoft.com/office/drawing/2014/main" id="{FAB195E3-4E1D-48BB-AC8D-E3C6AFC48A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3672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4" name="Rectangle 293">
                <a:extLst>
                  <a:ext uri="{FF2B5EF4-FFF2-40B4-BE49-F238E27FC236}">
                    <a16:creationId xmlns:a16="http://schemas.microsoft.com/office/drawing/2014/main" id="{A0E81445-7BD2-42B5-BAB2-95E362770C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3672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5" name="Rectangle 294">
                <a:extLst>
                  <a:ext uri="{FF2B5EF4-FFF2-40B4-BE49-F238E27FC236}">
                    <a16:creationId xmlns:a16="http://schemas.microsoft.com/office/drawing/2014/main" id="{BD0846E9-8D01-4F3E-B570-90A4B67222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3672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6" name="Rectangle 295">
                <a:extLst>
                  <a:ext uri="{FF2B5EF4-FFF2-40B4-BE49-F238E27FC236}">
                    <a16:creationId xmlns:a16="http://schemas.microsoft.com/office/drawing/2014/main" id="{EDF247B9-1017-43BD-9AA8-C1EAF209B4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3672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7" name="Rectangle 296">
                <a:extLst>
                  <a:ext uri="{FF2B5EF4-FFF2-40B4-BE49-F238E27FC236}">
                    <a16:creationId xmlns:a16="http://schemas.microsoft.com/office/drawing/2014/main" id="{5CE07704-A231-4C50-81B6-C3EFCAB96C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3672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8" name="Rectangle 297">
                <a:extLst>
                  <a:ext uri="{FF2B5EF4-FFF2-40B4-BE49-F238E27FC236}">
                    <a16:creationId xmlns:a16="http://schemas.microsoft.com/office/drawing/2014/main" id="{776875A9-F133-43CC-A0D3-3E3463D04E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3858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19" name="Rectangle 298">
                <a:extLst>
                  <a:ext uri="{FF2B5EF4-FFF2-40B4-BE49-F238E27FC236}">
                    <a16:creationId xmlns:a16="http://schemas.microsoft.com/office/drawing/2014/main" id="{06D6A420-FA12-4B08-AADB-F253099934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3858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0" name="Rectangle 299">
                <a:extLst>
                  <a:ext uri="{FF2B5EF4-FFF2-40B4-BE49-F238E27FC236}">
                    <a16:creationId xmlns:a16="http://schemas.microsoft.com/office/drawing/2014/main" id="{9D2B8EC9-C7C8-4E8D-AA53-8B1E69E569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3858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1" name="Rectangle 300">
                <a:extLst>
                  <a:ext uri="{FF2B5EF4-FFF2-40B4-BE49-F238E27FC236}">
                    <a16:creationId xmlns:a16="http://schemas.microsoft.com/office/drawing/2014/main" id="{88776E8D-5C77-43A3-AF38-DB6123B68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3858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2" name="Rectangle 301">
                <a:extLst>
                  <a:ext uri="{FF2B5EF4-FFF2-40B4-BE49-F238E27FC236}">
                    <a16:creationId xmlns:a16="http://schemas.microsoft.com/office/drawing/2014/main" id="{3FA135B2-F9A9-408D-8EAE-CA4D6617EC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3858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3" name="Rectangle 302">
                <a:extLst>
                  <a:ext uri="{FF2B5EF4-FFF2-40B4-BE49-F238E27FC236}">
                    <a16:creationId xmlns:a16="http://schemas.microsoft.com/office/drawing/2014/main" id="{0A3DAA4C-65CB-4AB1-A752-808A1F99D1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3858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4" name="Rectangle 303">
                <a:extLst>
                  <a:ext uri="{FF2B5EF4-FFF2-40B4-BE49-F238E27FC236}">
                    <a16:creationId xmlns:a16="http://schemas.microsoft.com/office/drawing/2014/main" id="{A80D292D-B024-47B6-9267-0C0FDE6CEC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3858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5" name="Rectangle 304">
                <a:extLst>
                  <a:ext uri="{FF2B5EF4-FFF2-40B4-BE49-F238E27FC236}">
                    <a16:creationId xmlns:a16="http://schemas.microsoft.com/office/drawing/2014/main" id="{C3E9D4F7-480D-4270-A33B-6935A50F27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3858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6" name="Rectangle 305">
                <a:extLst>
                  <a:ext uri="{FF2B5EF4-FFF2-40B4-BE49-F238E27FC236}">
                    <a16:creationId xmlns:a16="http://schemas.microsoft.com/office/drawing/2014/main" id="{3905D9FE-50C2-4F95-B64C-2F72EDA3D4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3858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7" name="Rectangle 306">
                <a:extLst>
                  <a:ext uri="{FF2B5EF4-FFF2-40B4-BE49-F238E27FC236}">
                    <a16:creationId xmlns:a16="http://schemas.microsoft.com/office/drawing/2014/main" id="{28B0A21D-67F6-4397-B572-DD2F3B0BAB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3858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8" name="Rectangle 307">
                <a:extLst>
                  <a:ext uri="{FF2B5EF4-FFF2-40B4-BE49-F238E27FC236}">
                    <a16:creationId xmlns:a16="http://schemas.microsoft.com/office/drawing/2014/main" id="{3AC4169F-A2EC-44D3-B90D-1DE6C90561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3858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29" name="Rectangle 308">
                <a:extLst>
                  <a:ext uri="{FF2B5EF4-FFF2-40B4-BE49-F238E27FC236}">
                    <a16:creationId xmlns:a16="http://schemas.microsoft.com/office/drawing/2014/main" id="{D1BE4D43-4D03-4BDE-A97A-81C44A065B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4043"/>
                <a:ext cx="44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0" name="Rectangle 309">
                <a:extLst>
                  <a:ext uri="{FF2B5EF4-FFF2-40B4-BE49-F238E27FC236}">
                    <a16:creationId xmlns:a16="http://schemas.microsoft.com/office/drawing/2014/main" id="{D5BC255F-31D3-4A16-A9B3-F27D60E9B3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4043"/>
                <a:ext cx="27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1" name="Rectangle 310">
                <a:extLst>
                  <a:ext uri="{FF2B5EF4-FFF2-40B4-BE49-F238E27FC236}">
                    <a16:creationId xmlns:a16="http://schemas.microsoft.com/office/drawing/2014/main" id="{345408F8-060F-4E84-9D5F-736FF214C7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4043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2" name="Rectangle 311">
                <a:extLst>
                  <a:ext uri="{FF2B5EF4-FFF2-40B4-BE49-F238E27FC236}">
                    <a16:creationId xmlns:a16="http://schemas.microsoft.com/office/drawing/2014/main" id="{D9CB78B9-5B33-4664-AC94-96057C9B88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4043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3" name="Rectangle 312">
                <a:extLst>
                  <a:ext uri="{FF2B5EF4-FFF2-40B4-BE49-F238E27FC236}">
                    <a16:creationId xmlns:a16="http://schemas.microsoft.com/office/drawing/2014/main" id="{5996A491-A908-4FE9-93A2-25F334322D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4043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4" name="Rectangle 313">
                <a:extLst>
                  <a:ext uri="{FF2B5EF4-FFF2-40B4-BE49-F238E27FC236}">
                    <a16:creationId xmlns:a16="http://schemas.microsoft.com/office/drawing/2014/main" id="{06833D79-6711-4C93-B0A7-26B2629B9A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4043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5" name="Rectangle 314">
                <a:extLst>
                  <a:ext uri="{FF2B5EF4-FFF2-40B4-BE49-F238E27FC236}">
                    <a16:creationId xmlns:a16="http://schemas.microsoft.com/office/drawing/2014/main" id="{25A6F8C4-A37C-4C8C-8A33-11D61DCD99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4043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6" name="Rectangle 315">
                <a:extLst>
                  <a:ext uri="{FF2B5EF4-FFF2-40B4-BE49-F238E27FC236}">
                    <a16:creationId xmlns:a16="http://schemas.microsoft.com/office/drawing/2014/main" id="{2A5728A8-BB03-48D7-A8B6-41385C4433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4043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7" name="Rectangle 316">
                <a:extLst>
                  <a:ext uri="{FF2B5EF4-FFF2-40B4-BE49-F238E27FC236}">
                    <a16:creationId xmlns:a16="http://schemas.microsoft.com/office/drawing/2014/main" id="{3FA38CBE-5103-4D9C-8B50-3AA9375955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4043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8" name="Rectangle 317">
                <a:extLst>
                  <a:ext uri="{FF2B5EF4-FFF2-40B4-BE49-F238E27FC236}">
                    <a16:creationId xmlns:a16="http://schemas.microsoft.com/office/drawing/2014/main" id="{19884D3E-56D0-4327-9A82-39783922A5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4043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39" name="Rectangle 318">
                <a:extLst>
                  <a:ext uri="{FF2B5EF4-FFF2-40B4-BE49-F238E27FC236}">
                    <a16:creationId xmlns:a16="http://schemas.microsoft.com/office/drawing/2014/main" id="{CEE88254-76AA-4127-A475-D0CE0AA83E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4043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0" name="Rectangle 319">
                <a:extLst>
                  <a:ext uri="{FF2B5EF4-FFF2-40B4-BE49-F238E27FC236}">
                    <a16:creationId xmlns:a16="http://schemas.microsoft.com/office/drawing/2014/main" id="{05D84608-5CDD-4ED4-ADB9-C7FBB2094A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4229"/>
                <a:ext cx="44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1" name="Rectangle 320">
                <a:extLst>
                  <a:ext uri="{FF2B5EF4-FFF2-40B4-BE49-F238E27FC236}">
                    <a16:creationId xmlns:a16="http://schemas.microsoft.com/office/drawing/2014/main" id="{9DD29EC8-6B19-412D-85A3-396255C607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4229"/>
                <a:ext cx="27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2" name="Rectangle 321">
                <a:extLst>
                  <a:ext uri="{FF2B5EF4-FFF2-40B4-BE49-F238E27FC236}">
                    <a16:creationId xmlns:a16="http://schemas.microsoft.com/office/drawing/2014/main" id="{7E9CE50D-9437-4AEF-B8C3-BED990E0E4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4229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3" name="Rectangle 322">
                <a:extLst>
                  <a:ext uri="{FF2B5EF4-FFF2-40B4-BE49-F238E27FC236}">
                    <a16:creationId xmlns:a16="http://schemas.microsoft.com/office/drawing/2014/main" id="{A9A6A3E1-0585-4317-9269-950A37A6F9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4229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4" name="Rectangle 323">
                <a:extLst>
                  <a:ext uri="{FF2B5EF4-FFF2-40B4-BE49-F238E27FC236}">
                    <a16:creationId xmlns:a16="http://schemas.microsoft.com/office/drawing/2014/main" id="{DD4B2E0E-7038-4B5B-822A-5086F77057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4229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5" name="Rectangle 324">
                <a:extLst>
                  <a:ext uri="{FF2B5EF4-FFF2-40B4-BE49-F238E27FC236}">
                    <a16:creationId xmlns:a16="http://schemas.microsoft.com/office/drawing/2014/main" id="{73ADB3B8-F10A-46E7-97A0-3742369710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4229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6" name="Rectangle 325">
                <a:extLst>
                  <a:ext uri="{FF2B5EF4-FFF2-40B4-BE49-F238E27FC236}">
                    <a16:creationId xmlns:a16="http://schemas.microsoft.com/office/drawing/2014/main" id="{E383F02A-AEA7-4BF6-8DC7-E161DCB15A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4229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7" name="Rectangle 326">
                <a:extLst>
                  <a:ext uri="{FF2B5EF4-FFF2-40B4-BE49-F238E27FC236}">
                    <a16:creationId xmlns:a16="http://schemas.microsoft.com/office/drawing/2014/main" id="{25F235B2-0584-4CDA-A7D5-1CE143034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4229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8" name="Rectangle 327">
                <a:extLst>
                  <a:ext uri="{FF2B5EF4-FFF2-40B4-BE49-F238E27FC236}">
                    <a16:creationId xmlns:a16="http://schemas.microsoft.com/office/drawing/2014/main" id="{C75C1312-5B6D-4DBB-9A4C-1A7E089315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4229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49" name="Rectangle 328">
                <a:extLst>
                  <a:ext uri="{FF2B5EF4-FFF2-40B4-BE49-F238E27FC236}">
                    <a16:creationId xmlns:a16="http://schemas.microsoft.com/office/drawing/2014/main" id="{C488079C-16C4-411B-A763-C315A1004A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4229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0" name="Rectangle 329">
                <a:extLst>
                  <a:ext uri="{FF2B5EF4-FFF2-40B4-BE49-F238E27FC236}">
                    <a16:creationId xmlns:a16="http://schemas.microsoft.com/office/drawing/2014/main" id="{BCF86B73-598D-4052-A2C8-075F4849FB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4229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1" name="Rectangle 330">
                <a:extLst>
                  <a:ext uri="{FF2B5EF4-FFF2-40B4-BE49-F238E27FC236}">
                    <a16:creationId xmlns:a16="http://schemas.microsoft.com/office/drawing/2014/main" id="{4468C2CB-4DC4-4E8E-A55A-77AA5B439C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4415"/>
                <a:ext cx="44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2" name="Rectangle 331">
                <a:extLst>
                  <a:ext uri="{FF2B5EF4-FFF2-40B4-BE49-F238E27FC236}">
                    <a16:creationId xmlns:a16="http://schemas.microsoft.com/office/drawing/2014/main" id="{71C41436-FD7D-482E-AC85-298F1A1D5B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4415"/>
                <a:ext cx="27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3" name="Rectangle 332">
                <a:extLst>
                  <a:ext uri="{FF2B5EF4-FFF2-40B4-BE49-F238E27FC236}">
                    <a16:creationId xmlns:a16="http://schemas.microsoft.com/office/drawing/2014/main" id="{722E9587-B96C-4E03-B410-264E78DFDA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4415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4" name="Rectangle 333">
                <a:extLst>
                  <a:ext uri="{FF2B5EF4-FFF2-40B4-BE49-F238E27FC236}">
                    <a16:creationId xmlns:a16="http://schemas.microsoft.com/office/drawing/2014/main" id="{B0B8998B-8D34-49CE-AE60-BE66244A60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4415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5" name="Rectangle 334">
                <a:extLst>
                  <a:ext uri="{FF2B5EF4-FFF2-40B4-BE49-F238E27FC236}">
                    <a16:creationId xmlns:a16="http://schemas.microsoft.com/office/drawing/2014/main" id="{EAC495C2-EE37-4187-8006-E6832224BE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4415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6" name="Rectangle 335">
                <a:extLst>
                  <a:ext uri="{FF2B5EF4-FFF2-40B4-BE49-F238E27FC236}">
                    <a16:creationId xmlns:a16="http://schemas.microsoft.com/office/drawing/2014/main" id="{F7B7907C-00A3-4803-943C-5FA8CBBAD2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4415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7" name="Rectangle 336">
                <a:extLst>
                  <a:ext uri="{FF2B5EF4-FFF2-40B4-BE49-F238E27FC236}">
                    <a16:creationId xmlns:a16="http://schemas.microsoft.com/office/drawing/2014/main" id="{D40AE638-8DC6-43AA-913A-2D766CC218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4415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8" name="Rectangle 337">
                <a:extLst>
                  <a:ext uri="{FF2B5EF4-FFF2-40B4-BE49-F238E27FC236}">
                    <a16:creationId xmlns:a16="http://schemas.microsoft.com/office/drawing/2014/main" id="{A77E1871-2824-4E5D-83E9-DE074D47DD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4415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59" name="Rectangle 338">
                <a:extLst>
                  <a:ext uri="{FF2B5EF4-FFF2-40B4-BE49-F238E27FC236}">
                    <a16:creationId xmlns:a16="http://schemas.microsoft.com/office/drawing/2014/main" id="{875B87D7-3DB8-46A5-8B43-2D2F430CB6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4415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0" name="Rectangle 339">
                <a:extLst>
                  <a:ext uri="{FF2B5EF4-FFF2-40B4-BE49-F238E27FC236}">
                    <a16:creationId xmlns:a16="http://schemas.microsoft.com/office/drawing/2014/main" id="{4FDB4FF2-7FE1-4C92-AD2A-558117958E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4415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1" name="Rectangle 340">
                <a:extLst>
                  <a:ext uri="{FF2B5EF4-FFF2-40B4-BE49-F238E27FC236}">
                    <a16:creationId xmlns:a16="http://schemas.microsoft.com/office/drawing/2014/main" id="{C1770311-5F5A-4392-879F-1EAC808995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4415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2" name="Rectangle 341">
                <a:extLst>
                  <a:ext uri="{FF2B5EF4-FFF2-40B4-BE49-F238E27FC236}">
                    <a16:creationId xmlns:a16="http://schemas.microsoft.com/office/drawing/2014/main" id="{ACCC481B-6DBA-4ABA-88B8-8233AE28F4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4601"/>
                <a:ext cx="44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3" name="Rectangle 342">
                <a:extLst>
                  <a:ext uri="{FF2B5EF4-FFF2-40B4-BE49-F238E27FC236}">
                    <a16:creationId xmlns:a16="http://schemas.microsoft.com/office/drawing/2014/main" id="{D6BC021C-0A9B-40F8-A9B1-36E998D541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4601"/>
                <a:ext cx="277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4" name="Rectangle 343">
                <a:extLst>
                  <a:ext uri="{FF2B5EF4-FFF2-40B4-BE49-F238E27FC236}">
                    <a16:creationId xmlns:a16="http://schemas.microsoft.com/office/drawing/2014/main" id="{FBD5AB57-ABB0-434C-A280-FF8F69A5DC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4601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5" name="Rectangle 344">
                <a:extLst>
                  <a:ext uri="{FF2B5EF4-FFF2-40B4-BE49-F238E27FC236}">
                    <a16:creationId xmlns:a16="http://schemas.microsoft.com/office/drawing/2014/main" id="{7FE86143-E02D-4D58-8F12-F2DED0E9BF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4601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6" name="Rectangle 345">
                <a:extLst>
                  <a:ext uri="{FF2B5EF4-FFF2-40B4-BE49-F238E27FC236}">
                    <a16:creationId xmlns:a16="http://schemas.microsoft.com/office/drawing/2014/main" id="{00E8AAC6-DA47-4EAA-B15D-70730D3871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4601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7" name="Rectangle 346">
                <a:extLst>
                  <a:ext uri="{FF2B5EF4-FFF2-40B4-BE49-F238E27FC236}">
                    <a16:creationId xmlns:a16="http://schemas.microsoft.com/office/drawing/2014/main" id="{59721A32-AE46-47A1-BB8C-186DA94501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4601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8" name="Rectangle 347">
                <a:extLst>
                  <a:ext uri="{FF2B5EF4-FFF2-40B4-BE49-F238E27FC236}">
                    <a16:creationId xmlns:a16="http://schemas.microsoft.com/office/drawing/2014/main" id="{0CC6C367-1B51-4E40-981F-94157F17D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4601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69" name="Rectangle 348">
                <a:extLst>
                  <a:ext uri="{FF2B5EF4-FFF2-40B4-BE49-F238E27FC236}">
                    <a16:creationId xmlns:a16="http://schemas.microsoft.com/office/drawing/2014/main" id="{E0B2E0A7-E7FC-4129-94F4-8D692F5402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4601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0" name="Rectangle 349">
                <a:extLst>
                  <a:ext uri="{FF2B5EF4-FFF2-40B4-BE49-F238E27FC236}">
                    <a16:creationId xmlns:a16="http://schemas.microsoft.com/office/drawing/2014/main" id="{750C8B9C-640A-48DD-AABF-1F919DFC65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4601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1" name="Rectangle 350">
                <a:extLst>
                  <a:ext uri="{FF2B5EF4-FFF2-40B4-BE49-F238E27FC236}">
                    <a16:creationId xmlns:a16="http://schemas.microsoft.com/office/drawing/2014/main" id="{BB269778-ACFF-49AA-B146-E64A918AF4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4601"/>
                <a:ext cx="285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2" name="Rectangle 351">
                <a:extLst>
                  <a:ext uri="{FF2B5EF4-FFF2-40B4-BE49-F238E27FC236}">
                    <a16:creationId xmlns:a16="http://schemas.microsoft.com/office/drawing/2014/main" id="{441F143E-1699-4FE2-8C0C-5421463BE6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4601"/>
                <a:ext cx="28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3" name="Rectangle 352">
                <a:extLst>
                  <a:ext uri="{FF2B5EF4-FFF2-40B4-BE49-F238E27FC236}">
                    <a16:creationId xmlns:a16="http://schemas.microsoft.com/office/drawing/2014/main" id="{3FE86917-3B7E-4710-95D4-E1C33ECDF6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4787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4" name="Rectangle 353">
                <a:extLst>
                  <a:ext uri="{FF2B5EF4-FFF2-40B4-BE49-F238E27FC236}">
                    <a16:creationId xmlns:a16="http://schemas.microsoft.com/office/drawing/2014/main" id="{D631D031-27DD-4AD8-84DE-F3F3E4B3E9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4787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5" name="Rectangle 354">
                <a:extLst>
                  <a:ext uri="{FF2B5EF4-FFF2-40B4-BE49-F238E27FC236}">
                    <a16:creationId xmlns:a16="http://schemas.microsoft.com/office/drawing/2014/main" id="{E5C36524-1E99-421E-817A-15F8F382BC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4787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6" name="Rectangle 355">
                <a:extLst>
                  <a:ext uri="{FF2B5EF4-FFF2-40B4-BE49-F238E27FC236}">
                    <a16:creationId xmlns:a16="http://schemas.microsoft.com/office/drawing/2014/main" id="{9B7CE132-E756-40E8-9027-2B0000793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4787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7" name="Rectangle 356">
                <a:extLst>
                  <a:ext uri="{FF2B5EF4-FFF2-40B4-BE49-F238E27FC236}">
                    <a16:creationId xmlns:a16="http://schemas.microsoft.com/office/drawing/2014/main" id="{6F5B05E6-F874-41F9-9E19-905F3F3347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4787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8" name="Rectangle 357">
                <a:extLst>
                  <a:ext uri="{FF2B5EF4-FFF2-40B4-BE49-F238E27FC236}">
                    <a16:creationId xmlns:a16="http://schemas.microsoft.com/office/drawing/2014/main" id="{4C5A8819-1AFE-484B-B7CD-60B6C8F78C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4787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79" name="Rectangle 358">
                <a:extLst>
                  <a:ext uri="{FF2B5EF4-FFF2-40B4-BE49-F238E27FC236}">
                    <a16:creationId xmlns:a16="http://schemas.microsoft.com/office/drawing/2014/main" id="{38167EB9-806B-48D8-A812-9527FC15C4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4787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0" name="Rectangle 359">
                <a:extLst>
                  <a:ext uri="{FF2B5EF4-FFF2-40B4-BE49-F238E27FC236}">
                    <a16:creationId xmlns:a16="http://schemas.microsoft.com/office/drawing/2014/main" id="{AB0CE958-FF72-4975-AEA6-46C676DE30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4787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1" name="Rectangle 360">
                <a:extLst>
                  <a:ext uri="{FF2B5EF4-FFF2-40B4-BE49-F238E27FC236}">
                    <a16:creationId xmlns:a16="http://schemas.microsoft.com/office/drawing/2014/main" id="{EE6C4B4F-05B3-4A0F-B488-C77994E2AD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4787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2" name="Rectangle 361">
                <a:extLst>
                  <a:ext uri="{FF2B5EF4-FFF2-40B4-BE49-F238E27FC236}">
                    <a16:creationId xmlns:a16="http://schemas.microsoft.com/office/drawing/2014/main" id="{6BB690E2-1EB9-484A-AFD7-1E7AC6C4B6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4787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3" name="Rectangle 362">
                <a:extLst>
                  <a:ext uri="{FF2B5EF4-FFF2-40B4-BE49-F238E27FC236}">
                    <a16:creationId xmlns:a16="http://schemas.microsoft.com/office/drawing/2014/main" id="{26FD5C43-72DD-4B33-BE21-BF448EF615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4787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4" name="Rectangle 363">
                <a:extLst>
                  <a:ext uri="{FF2B5EF4-FFF2-40B4-BE49-F238E27FC236}">
                    <a16:creationId xmlns:a16="http://schemas.microsoft.com/office/drawing/2014/main" id="{20DC41DB-41D1-48AD-9189-1E574349B7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4973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5" name="Rectangle 364">
                <a:extLst>
                  <a:ext uri="{FF2B5EF4-FFF2-40B4-BE49-F238E27FC236}">
                    <a16:creationId xmlns:a16="http://schemas.microsoft.com/office/drawing/2014/main" id="{9F98FCB8-8FC4-4EF1-B5A9-1D8B4AC8DB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4973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6" name="Rectangle 365">
                <a:extLst>
                  <a:ext uri="{FF2B5EF4-FFF2-40B4-BE49-F238E27FC236}">
                    <a16:creationId xmlns:a16="http://schemas.microsoft.com/office/drawing/2014/main" id="{B7D0B1C3-B475-4C8A-83A1-F2C1E5DFEE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4973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7" name="Rectangle 366">
                <a:extLst>
                  <a:ext uri="{FF2B5EF4-FFF2-40B4-BE49-F238E27FC236}">
                    <a16:creationId xmlns:a16="http://schemas.microsoft.com/office/drawing/2014/main" id="{0F9337AA-9667-4DDF-94A0-5C74F78C4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4973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8" name="Rectangle 367">
                <a:extLst>
                  <a:ext uri="{FF2B5EF4-FFF2-40B4-BE49-F238E27FC236}">
                    <a16:creationId xmlns:a16="http://schemas.microsoft.com/office/drawing/2014/main" id="{4E64A127-BB65-4CB5-9037-AA354F018D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4973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89" name="Rectangle 368">
                <a:extLst>
                  <a:ext uri="{FF2B5EF4-FFF2-40B4-BE49-F238E27FC236}">
                    <a16:creationId xmlns:a16="http://schemas.microsoft.com/office/drawing/2014/main" id="{40E9F821-6935-438C-920B-743896A05A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4973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0" name="Rectangle 369">
                <a:extLst>
                  <a:ext uri="{FF2B5EF4-FFF2-40B4-BE49-F238E27FC236}">
                    <a16:creationId xmlns:a16="http://schemas.microsoft.com/office/drawing/2014/main" id="{8221330E-061F-4E4A-9A59-283C065962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4973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1" name="Rectangle 370">
                <a:extLst>
                  <a:ext uri="{FF2B5EF4-FFF2-40B4-BE49-F238E27FC236}">
                    <a16:creationId xmlns:a16="http://schemas.microsoft.com/office/drawing/2014/main" id="{C6AD302E-5247-49AA-BC61-081758E536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4973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2" name="Rectangle 371">
                <a:extLst>
                  <a:ext uri="{FF2B5EF4-FFF2-40B4-BE49-F238E27FC236}">
                    <a16:creationId xmlns:a16="http://schemas.microsoft.com/office/drawing/2014/main" id="{D3710800-57F7-400D-8101-D6288C06B4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4973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3" name="Rectangle 372">
                <a:extLst>
                  <a:ext uri="{FF2B5EF4-FFF2-40B4-BE49-F238E27FC236}">
                    <a16:creationId xmlns:a16="http://schemas.microsoft.com/office/drawing/2014/main" id="{B326F466-44EF-4416-8170-A82A56ACDD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4973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4" name="Rectangle 373">
                <a:extLst>
                  <a:ext uri="{FF2B5EF4-FFF2-40B4-BE49-F238E27FC236}">
                    <a16:creationId xmlns:a16="http://schemas.microsoft.com/office/drawing/2014/main" id="{8C9428A5-C295-48E5-9715-D471553D60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4973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5" name="Rectangle 374">
                <a:extLst>
                  <a:ext uri="{FF2B5EF4-FFF2-40B4-BE49-F238E27FC236}">
                    <a16:creationId xmlns:a16="http://schemas.microsoft.com/office/drawing/2014/main" id="{47019652-DC8E-42B9-BEBF-E48B06B1E7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5159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6" name="Rectangle 375">
                <a:extLst>
                  <a:ext uri="{FF2B5EF4-FFF2-40B4-BE49-F238E27FC236}">
                    <a16:creationId xmlns:a16="http://schemas.microsoft.com/office/drawing/2014/main" id="{315CE58E-76F7-4C2C-9614-04B6CA6B65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5159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7" name="Rectangle 376">
                <a:extLst>
                  <a:ext uri="{FF2B5EF4-FFF2-40B4-BE49-F238E27FC236}">
                    <a16:creationId xmlns:a16="http://schemas.microsoft.com/office/drawing/2014/main" id="{96C2A2BB-2EEB-4514-968E-EED30AB5FC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5159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8" name="Rectangle 377">
                <a:extLst>
                  <a:ext uri="{FF2B5EF4-FFF2-40B4-BE49-F238E27FC236}">
                    <a16:creationId xmlns:a16="http://schemas.microsoft.com/office/drawing/2014/main" id="{D4732C58-58EE-416D-8FF6-76AE662F06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5159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299" name="Rectangle 378">
                <a:extLst>
                  <a:ext uri="{FF2B5EF4-FFF2-40B4-BE49-F238E27FC236}">
                    <a16:creationId xmlns:a16="http://schemas.microsoft.com/office/drawing/2014/main" id="{1113FFF6-2AF7-4468-953D-0F813EE1C8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5159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0" name="Rectangle 379">
                <a:extLst>
                  <a:ext uri="{FF2B5EF4-FFF2-40B4-BE49-F238E27FC236}">
                    <a16:creationId xmlns:a16="http://schemas.microsoft.com/office/drawing/2014/main" id="{67A01F9B-CA7C-4E5C-9D2B-06600A9DB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5159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1" name="Rectangle 380">
                <a:extLst>
                  <a:ext uri="{FF2B5EF4-FFF2-40B4-BE49-F238E27FC236}">
                    <a16:creationId xmlns:a16="http://schemas.microsoft.com/office/drawing/2014/main" id="{495C4791-CC2E-424B-8D1B-CABE558FE3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5159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2" name="Rectangle 381">
                <a:extLst>
                  <a:ext uri="{FF2B5EF4-FFF2-40B4-BE49-F238E27FC236}">
                    <a16:creationId xmlns:a16="http://schemas.microsoft.com/office/drawing/2014/main" id="{88F422B6-758F-48C0-AAFC-B722342E12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5159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3" name="Rectangle 382">
                <a:extLst>
                  <a:ext uri="{FF2B5EF4-FFF2-40B4-BE49-F238E27FC236}">
                    <a16:creationId xmlns:a16="http://schemas.microsoft.com/office/drawing/2014/main" id="{3B9AA617-DBC1-4578-A62D-9438EBEBA7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5159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4" name="Rectangle 383">
                <a:extLst>
                  <a:ext uri="{FF2B5EF4-FFF2-40B4-BE49-F238E27FC236}">
                    <a16:creationId xmlns:a16="http://schemas.microsoft.com/office/drawing/2014/main" id="{55DCD84A-1A24-4176-A39C-DBEAB89BBF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5159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5" name="Rectangle 384">
                <a:extLst>
                  <a:ext uri="{FF2B5EF4-FFF2-40B4-BE49-F238E27FC236}">
                    <a16:creationId xmlns:a16="http://schemas.microsoft.com/office/drawing/2014/main" id="{308DE563-D859-4B6C-A051-0D97485735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5159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6" name="Rectangle 385">
                <a:extLst>
                  <a:ext uri="{FF2B5EF4-FFF2-40B4-BE49-F238E27FC236}">
                    <a16:creationId xmlns:a16="http://schemas.microsoft.com/office/drawing/2014/main" id="{4716C031-DE19-44D5-B2B0-3B74B25320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5345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7" name="Rectangle 386">
                <a:extLst>
                  <a:ext uri="{FF2B5EF4-FFF2-40B4-BE49-F238E27FC236}">
                    <a16:creationId xmlns:a16="http://schemas.microsoft.com/office/drawing/2014/main" id="{2B0F37B6-DF4C-4989-92E0-4178CC44B0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5345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8" name="Rectangle 387">
                <a:extLst>
                  <a:ext uri="{FF2B5EF4-FFF2-40B4-BE49-F238E27FC236}">
                    <a16:creationId xmlns:a16="http://schemas.microsoft.com/office/drawing/2014/main" id="{5FE249E9-7C86-4A6A-9320-5ECA06C35F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5345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09" name="Rectangle 388">
                <a:extLst>
                  <a:ext uri="{FF2B5EF4-FFF2-40B4-BE49-F238E27FC236}">
                    <a16:creationId xmlns:a16="http://schemas.microsoft.com/office/drawing/2014/main" id="{2FA39A15-DA1A-424C-B3A5-30F318789D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5345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0" name="Rectangle 389">
                <a:extLst>
                  <a:ext uri="{FF2B5EF4-FFF2-40B4-BE49-F238E27FC236}">
                    <a16:creationId xmlns:a16="http://schemas.microsoft.com/office/drawing/2014/main" id="{F3920B19-E28D-45C9-8E80-A7BFA724C7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5345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1" name="Rectangle 390">
                <a:extLst>
                  <a:ext uri="{FF2B5EF4-FFF2-40B4-BE49-F238E27FC236}">
                    <a16:creationId xmlns:a16="http://schemas.microsoft.com/office/drawing/2014/main" id="{35F5CBAB-7E27-443E-8EEA-AA99C2262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5345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2" name="Rectangle 391">
                <a:extLst>
                  <a:ext uri="{FF2B5EF4-FFF2-40B4-BE49-F238E27FC236}">
                    <a16:creationId xmlns:a16="http://schemas.microsoft.com/office/drawing/2014/main" id="{8BBD427F-5426-4B60-B414-2F2EE815C5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5345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3" name="Rectangle 392">
                <a:extLst>
                  <a:ext uri="{FF2B5EF4-FFF2-40B4-BE49-F238E27FC236}">
                    <a16:creationId xmlns:a16="http://schemas.microsoft.com/office/drawing/2014/main" id="{E4147F51-CD29-44EF-984C-0876E281A7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5345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4" name="Rectangle 393">
                <a:extLst>
                  <a:ext uri="{FF2B5EF4-FFF2-40B4-BE49-F238E27FC236}">
                    <a16:creationId xmlns:a16="http://schemas.microsoft.com/office/drawing/2014/main" id="{FF410C77-4C0C-4470-A966-1119ADC317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5345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5" name="Rectangle 394">
                <a:extLst>
                  <a:ext uri="{FF2B5EF4-FFF2-40B4-BE49-F238E27FC236}">
                    <a16:creationId xmlns:a16="http://schemas.microsoft.com/office/drawing/2014/main" id="{7CA48118-5B7D-40E5-8289-5C5081BDB4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5345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6" name="Rectangle 395">
                <a:extLst>
                  <a:ext uri="{FF2B5EF4-FFF2-40B4-BE49-F238E27FC236}">
                    <a16:creationId xmlns:a16="http://schemas.microsoft.com/office/drawing/2014/main" id="{E4B0F306-ED82-470A-838D-B0E0E9A9AF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5345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7" name="Rectangle 396">
                <a:extLst>
                  <a:ext uri="{FF2B5EF4-FFF2-40B4-BE49-F238E27FC236}">
                    <a16:creationId xmlns:a16="http://schemas.microsoft.com/office/drawing/2014/main" id="{665F1751-E806-496A-ADA4-90DB76612C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" y="5531"/>
                <a:ext cx="44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8" name="Rectangle 397">
                <a:extLst>
                  <a:ext uri="{FF2B5EF4-FFF2-40B4-BE49-F238E27FC236}">
                    <a16:creationId xmlns:a16="http://schemas.microsoft.com/office/drawing/2014/main" id="{FC2231F1-6C98-49D9-8083-4D45DDFE62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1" y="5531"/>
                <a:ext cx="277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19" name="Rectangle 398">
                <a:extLst>
                  <a:ext uri="{FF2B5EF4-FFF2-40B4-BE49-F238E27FC236}">
                    <a16:creationId xmlns:a16="http://schemas.microsoft.com/office/drawing/2014/main" id="{350F7480-13C1-45B5-AEA2-323E1501A6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1" y="5531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0" name="Rectangle 399">
                <a:extLst>
                  <a:ext uri="{FF2B5EF4-FFF2-40B4-BE49-F238E27FC236}">
                    <a16:creationId xmlns:a16="http://schemas.microsoft.com/office/drawing/2014/main" id="{E087B178-6F95-4007-AFFC-BC927FAC5D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8" y="5531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1" name="Rectangle 400">
                <a:extLst>
                  <a:ext uri="{FF2B5EF4-FFF2-40B4-BE49-F238E27FC236}">
                    <a16:creationId xmlns:a16="http://schemas.microsoft.com/office/drawing/2014/main" id="{76F867C6-E043-40EF-BA4B-A1C8E19E61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6" y="5531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2" name="Rectangle 401">
                <a:extLst>
                  <a:ext uri="{FF2B5EF4-FFF2-40B4-BE49-F238E27FC236}">
                    <a16:creationId xmlns:a16="http://schemas.microsoft.com/office/drawing/2014/main" id="{6580EADD-6717-47CE-9D2B-5AB97B4F20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34" y="5531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3" name="Rectangle 402">
                <a:extLst>
                  <a:ext uri="{FF2B5EF4-FFF2-40B4-BE49-F238E27FC236}">
                    <a16:creationId xmlns:a16="http://schemas.microsoft.com/office/drawing/2014/main" id="{36FB1CA0-A82A-48A0-B520-2C09872075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42" y="5531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4" name="Rectangle 403">
                <a:extLst>
                  <a:ext uri="{FF2B5EF4-FFF2-40B4-BE49-F238E27FC236}">
                    <a16:creationId xmlns:a16="http://schemas.microsoft.com/office/drawing/2014/main" id="{BE49F576-33E4-40BD-9003-119C3E01C9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9" y="5531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5" name="Rectangle 404">
                <a:extLst>
                  <a:ext uri="{FF2B5EF4-FFF2-40B4-BE49-F238E27FC236}">
                    <a16:creationId xmlns:a16="http://schemas.microsoft.com/office/drawing/2014/main" id="{B75B15EE-4B3F-499E-A573-194B56578E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57" y="5531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6" name="Rectangle 405">
                <a:extLst>
                  <a:ext uri="{FF2B5EF4-FFF2-40B4-BE49-F238E27FC236}">
                    <a16:creationId xmlns:a16="http://schemas.microsoft.com/office/drawing/2014/main" id="{D909CB3D-6BC8-49C5-AA03-99C776079D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65" y="5531"/>
                <a:ext cx="285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7" name="Rectangle 406">
                <a:extLst>
                  <a:ext uri="{FF2B5EF4-FFF2-40B4-BE49-F238E27FC236}">
                    <a16:creationId xmlns:a16="http://schemas.microsoft.com/office/drawing/2014/main" id="{87AED4F9-8094-4BC1-B49C-01317740D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73" y="5531"/>
                <a:ext cx="284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8" name="Rectangle 407">
                <a:extLst>
                  <a:ext uri="{FF2B5EF4-FFF2-40B4-BE49-F238E27FC236}">
                    <a16:creationId xmlns:a16="http://schemas.microsoft.com/office/drawing/2014/main" id="{48841C44-9F2A-4599-81B8-D7D038EA9E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8" y="2928"/>
                <a:ext cx="23" cy="281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  <p:sp>
            <p:nvSpPr>
              <p:cNvPr id="2329" name="Rectangle 408">
                <a:extLst>
                  <a:ext uri="{FF2B5EF4-FFF2-40B4-BE49-F238E27FC236}">
                    <a16:creationId xmlns:a16="http://schemas.microsoft.com/office/drawing/2014/main" id="{7216C42C-3145-4A0E-83FC-AE4CF0004F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88" y="2949"/>
                <a:ext cx="23" cy="278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900"/>
              </a:p>
            </p:txBody>
          </p:sp>
        </p:grpSp>
        <p:sp>
          <p:nvSpPr>
            <p:cNvPr id="2101" name="Rectangle 409">
              <a:extLst>
                <a:ext uri="{FF2B5EF4-FFF2-40B4-BE49-F238E27FC236}">
                  <a16:creationId xmlns:a16="http://schemas.microsoft.com/office/drawing/2014/main" id="{358D1F73-6893-4301-A6BA-9AC48CBAA5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29" y="2750"/>
              <a:ext cx="20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2" name="Rectangle 410">
              <a:extLst>
                <a:ext uri="{FF2B5EF4-FFF2-40B4-BE49-F238E27FC236}">
                  <a16:creationId xmlns:a16="http://schemas.microsoft.com/office/drawing/2014/main" id="{910B1D58-AAFD-4344-B928-424F9CFA05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05" y="2750"/>
              <a:ext cx="21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3" name="Rectangle 411">
              <a:extLst>
                <a:ext uri="{FF2B5EF4-FFF2-40B4-BE49-F238E27FC236}">
                  <a16:creationId xmlns:a16="http://schemas.microsoft.com/office/drawing/2014/main" id="{024C73BB-3746-46F8-8AB1-7A53CA3ADB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2" y="2750"/>
              <a:ext cx="21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4" name="Rectangle 412">
              <a:extLst>
                <a:ext uri="{FF2B5EF4-FFF2-40B4-BE49-F238E27FC236}">
                  <a16:creationId xmlns:a16="http://schemas.microsoft.com/office/drawing/2014/main" id="{A5F67A1D-3BA8-425C-AC87-2594629A7C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9" y="2750"/>
              <a:ext cx="21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5" name="Rectangle 413">
              <a:extLst>
                <a:ext uri="{FF2B5EF4-FFF2-40B4-BE49-F238E27FC236}">
                  <a16:creationId xmlns:a16="http://schemas.microsoft.com/office/drawing/2014/main" id="{00CE2939-75D8-4C66-AB90-A0B8C85FD9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36" y="2750"/>
              <a:ext cx="21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6" name="Rectangle 414">
              <a:extLst>
                <a:ext uri="{FF2B5EF4-FFF2-40B4-BE49-F238E27FC236}">
                  <a16:creationId xmlns:a16="http://schemas.microsoft.com/office/drawing/2014/main" id="{C6200800-D28B-4ECE-9096-5A4448AB15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13" y="2750"/>
              <a:ext cx="20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7" name="Rectangle 415">
              <a:extLst>
                <a:ext uri="{FF2B5EF4-FFF2-40B4-BE49-F238E27FC236}">
                  <a16:creationId xmlns:a16="http://schemas.microsoft.com/office/drawing/2014/main" id="{0996CF8D-F230-4630-956D-24A01DC2CF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90" y="2750"/>
              <a:ext cx="20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8" name="Rectangle 416">
              <a:extLst>
                <a:ext uri="{FF2B5EF4-FFF2-40B4-BE49-F238E27FC236}">
                  <a16:creationId xmlns:a16="http://schemas.microsoft.com/office/drawing/2014/main" id="{436A0AC3-FE87-4E06-9327-8BE00F3B56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67" y="2750"/>
              <a:ext cx="20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09" name="Rectangle 417">
              <a:extLst>
                <a:ext uri="{FF2B5EF4-FFF2-40B4-BE49-F238E27FC236}">
                  <a16:creationId xmlns:a16="http://schemas.microsoft.com/office/drawing/2014/main" id="{566FBDB6-3ED6-4D6A-ADBA-30C6DAC7AC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4" y="2750"/>
              <a:ext cx="21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0" name="Rectangle 418">
              <a:extLst>
                <a:ext uri="{FF2B5EF4-FFF2-40B4-BE49-F238E27FC236}">
                  <a16:creationId xmlns:a16="http://schemas.microsoft.com/office/drawing/2014/main" id="{AB482033-D2AA-4648-AE24-1756A1A8B5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20" y="2750"/>
              <a:ext cx="21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1" name="Rectangle 419">
              <a:extLst>
                <a:ext uri="{FF2B5EF4-FFF2-40B4-BE49-F238E27FC236}">
                  <a16:creationId xmlns:a16="http://schemas.microsoft.com/office/drawing/2014/main" id="{17DDF560-B979-49ED-999B-F4873D8B31C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43" y="2750"/>
              <a:ext cx="21" cy="25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2" name="Rectangle 420">
              <a:extLst>
                <a:ext uri="{FF2B5EF4-FFF2-40B4-BE49-F238E27FC236}">
                  <a16:creationId xmlns:a16="http://schemas.microsoft.com/office/drawing/2014/main" id="{95D17CCD-5D47-49BE-BF3F-210D9FF7E7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7" y="2731"/>
              <a:ext cx="3607" cy="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3" name="Rectangle 421">
              <a:extLst>
                <a:ext uri="{FF2B5EF4-FFF2-40B4-BE49-F238E27FC236}">
                  <a16:creationId xmlns:a16="http://schemas.microsoft.com/office/drawing/2014/main" id="{F33014DF-5408-452B-B79D-A8B67B1F01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2899"/>
              <a:ext cx="40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4" name="Rectangle 422">
              <a:extLst>
                <a:ext uri="{FF2B5EF4-FFF2-40B4-BE49-F238E27FC236}">
                  <a16:creationId xmlns:a16="http://schemas.microsoft.com/office/drawing/2014/main" id="{12824716-0B0C-4BC4-AB14-B48BF4CFCF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3066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5" name="Rectangle 423">
              <a:extLst>
                <a:ext uri="{FF2B5EF4-FFF2-40B4-BE49-F238E27FC236}">
                  <a16:creationId xmlns:a16="http://schemas.microsoft.com/office/drawing/2014/main" id="{CBF220B8-23F3-4648-8890-523E1D9384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3234"/>
              <a:ext cx="40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6" name="Rectangle 424">
              <a:extLst>
                <a:ext uri="{FF2B5EF4-FFF2-40B4-BE49-F238E27FC236}">
                  <a16:creationId xmlns:a16="http://schemas.microsoft.com/office/drawing/2014/main" id="{C3D882E6-484C-4B1A-A15A-6E93C8FC8A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3401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7" name="Rectangle 425">
              <a:extLst>
                <a:ext uri="{FF2B5EF4-FFF2-40B4-BE49-F238E27FC236}">
                  <a16:creationId xmlns:a16="http://schemas.microsoft.com/office/drawing/2014/main" id="{D0DC592F-E36C-4F1A-B572-5B4C7C4C68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3568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8" name="Rectangle 426">
              <a:extLst>
                <a:ext uri="{FF2B5EF4-FFF2-40B4-BE49-F238E27FC236}">
                  <a16:creationId xmlns:a16="http://schemas.microsoft.com/office/drawing/2014/main" id="{36899AB0-72C2-4DA6-93A4-5C12F6F0BB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3735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19" name="Rectangle 427">
              <a:extLst>
                <a:ext uri="{FF2B5EF4-FFF2-40B4-BE49-F238E27FC236}">
                  <a16:creationId xmlns:a16="http://schemas.microsoft.com/office/drawing/2014/main" id="{F91BAE04-6CE3-4C36-B39B-DAD1118299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3902"/>
              <a:ext cx="40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0" name="Rectangle 428">
              <a:extLst>
                <a:ext uri="{FF2B5EF4-FFF2-40B4-BE49-F238E27FC236}">
                  <a16:creationId xmlns:a16="http://schemas.microsoft.com/office/drawing/2014/main" id="{2351DA71-48A2-4C9A-BBF4-CEBF3E43A9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4070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1" name="Rectangle 429">
              <a:extLst>
                <a:ext uri="{FF2B5EF4-FFF2-40B4-BE49-F238E27FC236}">
                  <a16:creationId xmlns:a16="http://schemas.microsoft.com/office/drawing/2014/main" id="{09735DFE-8578-4771-90E4-CF7DC258FD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4237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2" name="Rectangle 430">
              <a:extLst>
                <a:ext uri="{FF2B5EF4-FFF2-40B4-BE49-F238E27FC236}">
                  <a16:creationId xmlns:a16="http://schemas.microsoft.com/office/drawing/2014/main" id="{4F27F261-B813-4B39-818A-26F6AF2C0F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4404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3" name="Rectangle 431">
              <a:extLst>
                <a:ext uri="{FF2B5EF4-FFF2-40B4-BE49-F238E27FC236}">
                  <a16:creationId xmlns:a16="http://schemas.microsoft.com/office/drawing/2014/main" id="{8EC882A0-59FB-4F14-9D5A-C2FFAF7F1C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4572"/>
              <a:ext cx="40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4" name="Rectangle 432">
              <a:extLst>
                <a:ext uri="{FF2B5EF4-FFF2-40B4-BE49-F238E27FC236}">
                  <a16:creationId xmlns:a16="http://schemas.microsoft.com/office/drawing/2014/main" id="{AD56522B-F83A-4F74-BBDD-F7DE2CC8FE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4739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5" name="Rectangle 433">
              <a:extLst>
                <a:ext uri="{FF2B5EF4-FFF2-40B4-BE49-F238E27FC236}">
                  <a16:creationId xmlns:a16="http://schemas.microsoft.com/office/drawing/2014/main" id="{686FA3E1-C684-4DFD-974C-1661E30F69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4907"/>
              <a:ext cx="40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6" name="Rectangle 434">
              <a:extLst>
                <a:ext uri="{FF2B5EF4-FFF2-40B4-BE49-F238E27FC236}">
                  <a16:creationId xmlns:a16="http://schemas.microsoft.com/office/drawing/2014/main" id="{991D0A9D-60C4-4DAE-A761-798BB1378C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1" y="5074"/>
              <a:ext cx="40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7" name="Rectangle 435">
              <a:extLst>
                <a:ext uri="{FF2B5EF4-FFF2-40B4-BE49-F238E27FC236}">
                  <a16:creationId xmlns:a16="http://schemas.microsoft.com/office/drawing/2014/main" id="{156D4F5F-A4F5-4260-8684-58BCE879F0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1" y="5244"/>
              <a:ext cx="3607" cy="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900"/>
            </a:p>
          </p:txBody>
        </p:sp>
        <p:sp>
          <p:nvSpPr>
            <p:cNvPr id="2128" name="Text Box 447">
              <a:extLst>
                <a:ext uri="{FF2B5EF4-FFF2-40B4-BE49-F238E27FC236}">
                  <a16:creationId xmlns:a16="http://schemas.microsoft.com/office/drawing/2014/main" id="{504D8589-E4E1-46B8-8DA1-22E7EA87FF0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8" y="2729"/>
              <a:ext cx="424" cy="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225" tIns="49112" rIns="98225" bIns="49112">
              <a:spAutoFit/>
            </a:bodyPr>
            <a:lstStyle>
              <a:lvl1pPr defTabSz="982663"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82663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82663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82663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82663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800" b="1"/>
                <a:t>Species Code</a:t>
              </a:r>
            </a:p>
          </p:txBody>
        </p:sp>
        <p:sp>
          <p:nvSpPr>
            <p:cNvPr id="2129" name="Text Box 448">
              <a:extLst>
                <a:ext uri="{FF2B5EF4-FFF2-40B4-BE49-F238E27FC236}">
                  <a16:creationId xmlns:a16="http://schemas.microsoft.com/office/drawing/2014/main" id="{10FACCF4-4001-43B4-9154-2F55907D15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87" y="2767"/>
              <a:ext cx="491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8225" tIns="49112" rIns="98225" bIns="49112">
              <a:spAutoFit/>
            </a:bodyPr>
            <a:lstStyle>
              <a:lvl1pPr defTabSz="982663"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82663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82663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82663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82663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900" b="1"/>
                <a:t>Plus Counts</a:t>
              </a:r>
            </a:p>
          </p:txBody>
        </p:sp>
      </p:grpSp>
      <p:grpSp>
        <p:nvGrpSpPr>
          <p:cNvPr id="2062" name="Group 452">
            <a:extLst>
              <a:ext uri="{FF2B5EF4-FFF2-40B4-BE49-F238E27FC236}">
                <a16:creationId xmlns:a16="http://schemas.microsoft.com/office/drawing/2014/main" id="{C21F851A-7E78-40BA-8923-AEADEB594344}"/>
              </a:ext>
            </a:extLst>
          </p:cNvPr>
          <p:cNvGrpSpPr>
            <a:grpSpLocks/>
          </p:cNvGrpSpPr>
          <p:nvPr/>
        </p:nvGrpSpPr>
        <p:grpSpPr bwMode="auto">
          <a:xfrm>
            <a:off x="3611563" y="9556750"/>
            <a:ext cx="3530600" cy="234950"/>
            <a:chOff x="2400" y="5954"/>
            <a:chExt cx="2112" cy="138"/>
          </a:xfrm>
        </p:grpSpPr>
        <p:sp>
          <p:nvSpPr>
            <p:cNvPr id="2096" name="Text Box 453">
              <a:extLst>
                <a:ext uri="{FF2B5EF4-FFF2-40B4-BE49-F238E27FC236}">
                  <a16:creationId xmlns:a16="http://schemas.microsoft.com/office/drawing/2014/main" id="{8E8E3193-2143-4888-8029-E689932CA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5954"/>
              <a:ext cx="866" cy="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8225" tIns="49112" rIns="98225" bIns="49112">
              <a:spAutoFit/>
            </a:bodyPr>
            <a:lstStyle>
              <a:lvl1pPr defTabSz="982663"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82663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82663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82663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82663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900"/>
                <a:t>4) Second verification by</a:t>
              </a:r>
            </a:p>
          </p:txBody>
        </p:sp>
        <p:sp>
          <p:nvSpPr>
            <p:cNvPr id="2097" name="Line 454">
              <a:extLst>
                <a:ext uri="{FF2B5EF4-FFF2-40B4-BE49-F238E27FC236}">
                  <a16:creationId xmlns:a16="http://schemas.microsoft.com/office/drawing/2014/main" id="{64A93028-BE3E-4316-B667-87BF09C66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" y="6048"/>
              <a:ext cx="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8" name="Text Box 455">
              <a:extLst>
                <a:ext uri="{FF2B5EF4-FFF2-40B4-BE49-F238E27FC236}">
                  <a16:creationId xmlns:a16="http://schemas.microsoft.com/office/drawing/2014/main" id="{DDAC738B-E469-47E8-8A4B-A26D0ED8B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2" y="5954"/>
              <a:ext cx="262" cy="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8225" tIns="49112" rIns="98225" bIns="49112">
              <a:spAutoFit/>
            </a:bodyPr>
            <a:lstStyle>
              <a:lvl1pPr defTabSz="982663"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82663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82663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82663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82663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900"/>
                <a:t>Date</a:t>
              </a:r>
            </a:p>
          </p:txBody>
        </p:sp>
        <p:sp>
          <p:nvSpPr>
            <p:cNvPr id="2099" name="Line 456">
              <a:extLst>
                <a:ext uri="{FF2B5EF4-FFF2-40B4-BE49-F238E27FC236}">
                  <a16:creationId xmlns:a16="http://schemas.microsoft.com/office/drawing/2014/main" id="{8FC1B15D-FE63-467B-A87C-C56545724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60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63" name="Text Box 458">
            <a:extLst>
              <a:ext uri="{FF2B5EF4-FFF2-40B4-BE49-F238E27FC236}">
                <a16:creationId xmlns:a16="http://schemas.microsoft.com/office/drawing/2014/main" id="{30276007-7341-476D-B076-96093DFF6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" y="4302528"/>
            <a:ext cx="1493837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/>
              <a:t>Fork Length (mm)</a:t>
            </a:r>
          </a:p>
        </p:txBody>
      </p:sp>
      <p:sp>
        <p:nvSpPr>
          <p:cNvPr id="2064" name="Text Box 459">
            <a:extLst>
              <a:ext uri="{FF2B5EF4-FFF2-40B4-BE49-F238E27FC236}">
                <a16:creationId xmlns:a16="http://schemas.microsoft.com/office/drawing/2014/main" id="{31637A78-8161-4079-AF85-B8A9DA671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950" y="4173538"/>
            <a:ext cx="196850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8225" tIns="49112" rIns="98225" bIns="49112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65" name="Rectangle 470">
            <a:extLst>
              <a:ext uri="{FF2B5EF4-FFF2-40B4-BE49-F238E27FC236}">
                <a16:creationId xmlns:a16="http://schemas.microsoft.com/office/drawing/2014/main" id="{ACB1784E-BAFA-4DE0-8365-BB5338549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92075"/>
            <a:ext cx="3200400" cy="1066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</p:txBody>
      </p:sp>
      <p:sp>
        <p:nvSpPr>
          <p:cNvPr id="2066" name="Text Box 471">
            <a:extLst>
              <a:ext uri="{FF2B5EF4-FFF2-40B4-BE49-F238E27FC236}">
                <a16:creationId xmlns:a16="http://schemas.microsoft.com/office/drawing/2014/main" id="{667C1607-28F8-4866-B678-3E54284F8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38" y="150728"/>
            <a:ext cx="3237861" cy="915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Location Name</a:t>
            </a:r>
            <a:r>
              <a:rPr lang="en-US" altLang="en-US" sz="1000" dirty="0"/>
              <a:t> __________________________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Side channel / Main / Backwater</a:t>
            </a:r>
            <a:r>
              <a:rPr lang="en-US" altLang="en-US" sz="1000" dirty="0"/>
              <a:t> (circle one)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RR / RL / n/a</a:t>
            </a:r>
            <a:r>
              <a:rPr lang="en-US" altLang="en-US" sz="1000" dirty="0"/>
              <a:t> (circle one)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b="1" dirty="0"/>
              <a:t>Upstream / Downstream / Cross-current / n/a</a:t>
            </a:r>
            <a:r>
              <a:rPr lang="en-US" altLang="en-US" sz="900" dirty="0"/>
              <a:t> (circle one)</a:t>
            </a:r>
          </a:p>
        </p:txBody>
      </p:sp>
      <p:sp>
        <p:nvSpPr>
          <p:cNvPr id="2068" name="Rectangle 473">
            <a:extLst>
              <a:ext uri="{FF2B5EF4-FFF2-40B4-BE49-F238E27FC236}">
                <a16:creationId xmlns:a16="http://schemas.microsoft.com/office/drawing/2014/main" id="{FD5942FB-1938-4752-909D-F198686D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4" y="2168848"/>
            <a:ext cx="7053493" cy="198755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</p:txBody>
      </p:sp>
      <p:sp>
        <p:nvSpPr>
          <p:cNvPr id="2069" name="Line 476">
            <a:extLst>
              <a:ext uri="{FF2B5EF4-FFF2-40B4-BE49-F238E27FC236}">
                <a16:creationId xmlns:a16="http://schemas.microsoft.com/office/drawing/2014/main" id="{2BAA245D-051F-433B-B354-11CA85440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5882" y="2168848"/>
            <a:ext cx="0" cy="1997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0" name="Text Box 477">
            <a:extLst>
              <a:ext uri="{FF2B5EF4-FFF2-40B4-BE49-F238E27FC236}">
                <a16:creationId xmlns:a16="http://schemas.microsoft.com/office/drawing/2014/main" id="{ED363073-7E15-4627-9D90-CC5ECB826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701675"/>
            <a:ext cx="13716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/>
              <a:t>Gear/Technique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/>
              <a:t>(circle all that apply)</a:t>
            </a:r>
          </a:p>
        </p:txBody>
      </p:sp>
      <p:sp>
        <p:nvSpPr>
          <p:cNvPr id="2071" name="Text Box 478">
            <a:extLst>
              <a:ext uri="{FF2B5EF4-FFF2-40B4-BE49-F238E27FC236}">
                <a16:creationId xmlns:a16="http://schemas.microsoft.com/office/drawing/2014/main" id="{58767AC7-6B42-4864-A515-DE640D61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1039813"/>
            <a:ext cx="685800" cy="80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/>
              <a:t>SEIN 25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/>
              <a:t>SEIN 30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/>
              <a:t>SEIN 50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/>
              <a:t>SEIN 100</a:t>
            </a:r>
          </a:p>
        </p:txBody>
      </p:sp>
      <p:sp>
        <p:nvSpPr>
          <p:cNvPr id="2072" name="Rectangle 479">
            <a:extLst>
              <a:ext uri="{FF2B5EF4-FFF2-40B4-BE49-F238E27FC236}">
                <a16:creationId xmlns:a16="http://schemas.microsoft.com/office/drawing/2014/main" id="{CB1CA8E9-28FA-40E2-9E4E-5225D6279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163" y="701675"/>
            <a:ext cx="13716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</p:txBody>
      </p:sp>
      <p:sp>
        <p:nvSpPr>
          <p:cNvPr id="2073" name="Text Box 480">
            <a:extLst>
              <a:ext uri="{FF2B5EF4-FFF2-40B4-BE49-F238E27FC236}">
                <a16:creationId xmlns:a16="http://schemas.microsoft.com/office/drawing/2014/main" id="{28FCA94C-EC17-4F9F-A35A-4CF8AA68B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701675"/>
            <a:ext cx="137160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/>
              <a:t>Condition code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/>
              <a:t>(circle one)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/>
              <a:t>1 – Good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/>
              <a:t>2 – Fair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/>
              <a:t>3 – Poor</a:t>
            </a:r>
          </a:p>
        </p:txBody>
      </p:sp>
      <p:sp>
        <p:nvSpPr>
          <p:cNvPr id="2074" name="Rectangle 481">
            <a:extLst>
              <a:ext uri="{FF2B5EF4-FFF2-40B4-BE49-F238E27FC236}">
                <a16:creationId xmlns:a16="http://schemas.microsoft.com/office/drawing/2014/main" id="{E9940998-260A-47AA-9673-F31942BC9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163" y="701675"/>
            <a:ext cx="1066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</p:txBody>
      </p:sp>
      <p:sp>
        <p:nvSpPr>
          <p:cNvPr id="2075" name="Text Box 482">
            <a:extLst>
              <a:ext uri="{FF2B5EF4-FFF2-40B4-BE49-F238E27FC236}">
                <a16:creationId xmlns:a16="http://schemas.microsoft.com/office/drawing/2014/main" id="{1A2BE6E1-2EBA-4B79-BCFA-9453A330F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963" y="701675"/>
            <a:ext cx="106680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/>
              <a:t>Weather code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/>
              <a:t>(circle one)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  <a:p>
            <a:pPr eaLnBrk="1" hangingPunct="1">
              <a:lnSpc>
                <a:spcPct val="30000"/>
              </a:lnSpc>
              <a:spcBef>
                <a:spcPct val="0"/>
              </a:spcBef>
              <a:buFontTx/>
              <a:buNone/>
            </a:pPr>
            <a:endParaRPr lang="en-US" altLang="en-US" sz="900"/>
          </a:p>
        </p:txBody>
      </p:sp>
      <p:sp>
        <p:nvSpPr>
          <p:cNvPr id="2076" name="Text Box 483">
            <a:extLst>
              <a:ext uri="{FF2B5EF4-FFF2-40B4-BE49-F238E27FC236}">
                <a16:creationId xmlns:a16="http://schemas.microsoft.com/office/drawing/2014/main" id="{585A9A87-A1BF-4EDB-8E79-49F4AEFBB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963" y="1037062"/>
            <a:ext cx="53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/>
              <a:t>CLD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/>
              <a:t>CLR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/>
              <a:t>FOG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/>
              <a:t>NIT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/>
              <a:t>RAN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/>
              <a:t>WND</a:t>
            </a:r>
          </a:p>
        </p:txBody>
      </p:sp>
      <p:sp>
        <p:nvSpPr>
          <p:cNvPr id="2077" name="Rectangle 484">
            <a:extLst>
              <a:ext uri="{FF2B5EF4-FFF2-40B4-BE49-F238E27FC236}">
                <a16:creationId xmlns:a16="http://schemas.microsoft.com/office/drawing/2014/main" id="{8FA60C53-B9F1-4495-A6EA-7CB38B719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63" y="701675"/>
            <a:ext cx="1066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</p:txBody>
      </p:sp>
      <p:sp>
        <p:nvSpPr>
          <p:cNvPr id="2078" name="Text Box 485">
            <a:extLst>
              <a:ext uri="{FF2B5EF4-FFF2-40B4-BE49-F238E27FC236}">
                <a16:creationId xmlns:a16="http://schemas.microsoft.com/office/drawing/2014/main" id="{DDE4A490-B0B1-4CD2-909D-FEE240BF4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63" y="1875124"/>
            <a:ext cx="241109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b="1" dirty="0"/>
              <a:t>Water temp</a:t>
            </a:r>
            <a:r>
              <a:rPr lang="en-US" altLang="en-US" sz="900" dirty="0"/>
              <a:t>  __________ </a:t>
            </a:r>
            <a:r>
              <a:rPr lang="en-US" altLang="en-US" sz="900" b="1" dirty="0">
                <a:cs typeface="Arial" panose="020B0604020202020204" pitchFamily="34" charset="0"/>
              </a:rPr>
              <a:t>°C / °F</a:t>
            </a:r>
            <a:r>
              <a:rPr lang="en-US" altLang="en-US" sz="900" dirty="0">
                <a:cs typeface="Arial" panose="020B0604020202020204" pitchFamily="34" charset="0"/>
              </a:rPr>
              <a:t> </a:t>
            </a:r>
            <a:r>
              <a:rPr lang="en-US" altLang="en-US" sz="800" dirty="0">
                <a:cs typeface="Arial" panose="020B0604020202020204" pitchFamily="34" charset="0"/>
              </a:rPr>
              <a:t>(circle one)</a:t>
            </a:r>
          </a:p>
        </p:txBody>
      </p:sp>
      <p:sp>
        <p:nvSpPr>
          <p:cNvPr id="2079" name="Rectangle 486">
            <a:extLst>
              <a:ext uri="{FF2B5EF4-FFF2-40B4-BE49-F238E27FC236}">
                <a16:creationId xmlns:a16="http://schemas.microsoft.com/office/drawing/2014/main" id="{16D46791-CEE5-4B5F-B8E9-B633441CB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163" y="92075"/>
            <a:ext cx="2438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/>
          </a:p>
        </p:txBody>
      </p:sp>
      <p:sp>
        <p:nvSpPr>
          <p:cNvPr id="2080" name="Text Box 487">
            <a:extLst>
              <a:ext uri="{FF2B5EF4-FFF2-40B4-BE49-F238E27FC236}">
                <a16:creationId xmlns:a16="http://schemas.microsoft.com/office/drawing/2014/main" id="{AFEEEAA3-E3BC-4AE5-A200-B69864904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168275"/>
            <a:ext cx="2438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/>
              <a:t>Sample ID #</a:t>
            </a:r>
            <a:r>
              <a:rPr lang="en-US" altLang="en-US" sz="900"/>
              <a:t> ______________________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800"/>
              <a:t>(fill out in office)</a:t>
            </a:r>
          </a:p>
        </p:txBody>
      </p:sp>
      <p:sp>
        <p:nvSpPr>
          <p:cNvPr id="2081" name="Line 489">
            <a:extLst>
              <a:ext uri="{FF2B5EF4-FFF2-40B4-BE49-F238E27FC236}">
                <a16:creationId xmlns:a16="http://schemas.microsoft.com/office/drawing/2014/main" id="{AA1DB784-0034-49CC-A3D7-CB159516E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680" y="2387908"/>
            <a:ext cx="7028083" cy="1551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2" name="Text Box 490">
            <a:extLst>
              <a:ext uri="{FF2B5EF4-FFF2-40B4-BE49-F238E27FC236}">
                <a16:creationId xmlns:a16="http://schemas.microsoft.com/office/drawing/2014/main" id="{C4225E7F-0C3E-4E06-8177-58ADB382B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5020" y="2156141"/>
            <a:ext cx="990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SEINE AREA</a:t>
            </a:r>
          </a:p>
        </p:txBody>
      </p:sp>
      <p:sp>
        <p:nvSpPr>
          <p:cNvPr id="2083" name="Text Box 491">
            <a:extLst>
              <a:ext uri="{FF2B5EF4-FFF2-40B4-BE49-F238E27FC236}">
                <a16:creationId xmlns:a16="http://schemas.microsoft.com/office/drawing/2014/main" id="{1896AB1A-E03E-447F-828B-A8DEBB508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02" y="2158710"/>
            <a:ext cx="152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HABITAT USE</a:t>
            </a:r>
          </a:p>
        </p:txBody>
      </p:sp>
      <p:sp>
        <p:nvSpPr>
          <p:cNvPr id="2084" name="Text Box 493">
            <a:extLst>
              <a:ext uri="{FF2B5EF4-FFF2-40B4-BE49-F238E27FC236}">
                <a16:creationId xmlns:a16="http://schemas.microsoft.com/office/drawing/2014/main" id="{8ADA883E-0960-461D-B127-91E08EE82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578" y="2404996"/>
            <a:ext cx="1828800" cy="93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65000"/>
              </a:spcBef>
              <a:buFontTx/>
              <a:buNone/>
            </a:pPr>
            <a:r>
              <a:rPr lang="en-US" altLang="en-US" sz="1000" b="1" dirty="0"/>
              <a:t>__ __ __ . __</a:t>
            </a:r>
            <a:r>
              <a:rPr lang="en-US" altLang="en-US" sz="1000" dirty="0"/>
              <a:t> </a:t>
            </a:r>
            <a:r>
              <a:rPr lang="en-US" altLang="en-US" sz="1000" b="1" dirty="0"/>
              <a:t>m / ft</a:t>
            </a:r>
            <a:r>
              <a:rPr lang="en-US" altLang="en-US" sz="900" dirty="0"/>
              <a:t> </a:t>
            </a:r>
            <a:r>
              <a:rPr lang="en-US" altLang="en-US" sz="700" dirty="0"/>
              <a:t>(circle one)</a:t>
            </a:r>
          </a:p>
          <a:p>
            <a:pPr eaLnBrk="1" hangingPunct="1">
              <a:spcBef>
                <a:spcPct val="65000"/>
              </a:spcBef>
              <a:buFontTx/>
              <a:buNone/>
            </a:pPr>
            <a:r>
              <a:rPr lang="en-US" altLang="en-US" sz="1000" b="1" dirty="0"/>
              <a:t>__ __ __ . __</a:t>
            </a:r>
            <a:r>
              <a:rPr lang="en-US" altLang="en-US" sz="1000" dirty="0"/>
              <a:t> </a:t>
            </a:r>
            <a:r>
              <a:rPr lang="en-US" altLang="en-US" sz="1000" b="1" dirty="0"/>
              <a:t>m / ft</a:t>
            </a:r>
            <a:r>
              <a:rPr lang="en-US" altLang="en-US" sz="900" dirty="0"/>
              <a:t> </a:t>
            </a:r>
            <a:r>
              <a:rPr lang="en-US" altLang="en-US" sz="700" dirty="0"/>
              <a:t>(circle one)</a:t>
            </a:r>
          </a:p>
          <a:p>
            <a:pPr eaLnBrk="1" hangingPunct="1">
              <a:spcBef>
                <a:spcPct val="65000"/>
              </a:spcBef>
              <a:buFontTx/>
              <a:buNone/>
            </a:pPr>
            <a:r>
              <a:rPr lang="en-US" altLang="en-US" sz="1000" b="1" dirty="0"/>
              <a:t>__ __ . __ __ m / ft </a:t>
            </a:r>
            <a:r>
              <a:rPr lang="en-US" altLang="en-US" sz="700" dirty="0"/>
              <a:t>(circle one)</a:t>
            </a:r>
          </a:p>
          <a:p>
            <a:pPr eaLnBrk="1" hangingPunct="1">
              <a:spcBef>
                <a:spcPct val="65000"/>
              </a:spcBef>
              <a:buFontTx/>
              <a:buNone/>
            </a:pPr>
            <a:endParaRPr lang="en-US" altLang="en-US" sz="700" dirty="0"/>
          </a:p>
        </p:txBody>
      </p:sp>
      <p:sp>
        <p:nvSpPr>
          <p:cNvPr id="2085" name="Text Box 494">
            <a:extLst>
              <a:ext uri="{FF2B5EF4-FFF2-40B4-BE49-F238E27FC236}">
                <a16:creationId xmlns:a16="http://schemas.microsoft.com/office/drawing/2014/main" id="{BA11CDFB-7F5D-4C65-83BB-7C99A7111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880" y="2420378"/>
            <a:ext cx="94614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 b="1" dirty="0"/>
              <a:t>Haul Length</a:t>
            </a:r>
          </a:p>
        </p:txBody>
      </p:sp>
      <p:sp>
        <p:nvSpPr>
          <p:cNvPr id="2086" name="Text Box 495">
            <a:extLst>
              <a:ext uri="{FF2B5EF4-FFF2-40B4-BE49-F238E27FC236}">
                <a16:creationId xmlns:a16="http://schemas.microsoft.com/office/drawing/2014/main" id="{D86F0EFC-1CCD-42F4-B818-E21C1FEC5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648" y="2663520"/>
            <a:ext cx="873366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b="1" dirty="0"/>
              <a:t>Haul Width</a:t>
            </a:r>
          </a:p>
        </p:txBody>
      </p:sp>
      <p:sp>
        <p:nvSpPr>
          <p:cNvPr id="2087" name="Text Box 496">
            <a:extLst>
              <a:ext uri="{FF2B5EF4-FFF2-40B4-BE49-F238E27FC236}">
                <a16:creationId xmlns:a16="http://schemas.microsoft.com/office/drawing/2014/main" id="{C5D2A428-A0EA-409F-A7FE-214E938B4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450" y="2945580"/>
            <a:ext cx="873366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b="1" dirty="0"/>
              <a:t>Avg. Depth</a:t>
            </a:r>
          </a:p>
        </p:txBody>
      </p:sp>
      <p:sp>
        <p:nvSpPr>
          <p:cNvPr id="2088" name="Line 675">
            <a:extLst>
              <a:ext uri="{FF2B5EF4-FFF2-40B4-BE49-F238E27FC236}">
                <a16:creationId xmlns:a16="http://schemas.microsoft.com/office/drawing/2014/main" id="{6D665E10-D2DB-4C17-A23A-5ECC694FA2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63" y="3939366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9" name="Line 676">
            <a:extLst>
              <a:ext uri="{FF2B5EF4-FFF2-40B4-BE49-F238E27FC236}">
                <a16:creationId xmlns:a16="http://schemas.microsoft.com/office/drawing/2014/main" id="{80609E7A-C287-46B3-9B55-7AC1A95BA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63" y="3112169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0" name="Text Box 677">
            <a:extLst>
              <a:ext uri="{FF2B5EF4-FFF2-40B4-BE49-F238E27FC236}">
                <a16:creationId xmlns:a16="http://schemas.microsoft.com/office/drawing/2014/main" id="{50FD13DE-BE96-486F-8057-9DE50CBCD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882" y="2484496"/>
            <a:ext cx="8382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Substrate</a:t>
            </a:r>
          </a:p>
          <a:p>
            <a:pPr eaLnBrk="1" hangingPunct="1">
              <a:spcBef>
                <a:spcPct val="5000"/>
              </a:spcBef>
              <a:buFontTx/>
              <a:buNone/>
            </a:pPr>
            <a:r>
              <a:rPr lang="en-US" altLang="en-US" sz="800" dirty="0"/>
              <a:t>(circle all </a:t>
            </a:r>
          </a:p>
          <a:p>
            <a:pPr eaLnBrk="1" hangingPunct="1">
              <a:spcBef>
                <a:spcPct val="5000"/>
              </a:spcBef>
              <a:buFontTx/>
              <a:buNone/>
            </a:pPr>
            <a:r>
              <a:rPr lang="en-US" altLang="en-US" sz="800" dirty="0"/>
              <a:t>that apply)</a:t>
            </a:r>
          </a:p>
        </p:txBody>
      </p:sp>
      <p:sp>
        <p:nvSpPr>
          <p:cNvPr id="2091" name="Text Box 678">
            <a:extLst>
              <a:ext uri="{FF2B5EF4-FFF2-40B4-BE49-F238E27FC236}">
                <a16:creationId xmlns:a16="http://schemas.microsoft.com/office/drawing/2014/main" id="{58BE9F99-6DAD-45B2-8C6E-8D02BCD1A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339" y="3180321"/>
            <a:ext cx="7620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Cover</a:t>
            </a:r>
          </a:p>
          <a:p>
            <a:pPr eaLnBrk="1" hangingPunct="1">
              <a:spcBef>
                <a:spcPct val="5000"/>
              </a:spcBef>
              <a:buFontTx/>
              <a:buNone/>
            </a:pPr>
            <a:r>
              <a:rPr lang="en-US" altLang="en-US" sz="800" dirty="0"/>
              <a:t>(circle all that apply)</a:t>
            </a:r>
          </a:p>
        </p:txBody>
      </p:sp>
      <p:sp>
        <p:nvSpPr>
          <p:cNvPr id="2092" name="Text Box 679">
            <a:extLst>
              <a:ext uri="{FF2B5EF4-FFF2-40B4-BE49-F238E27FC236}">
                <a16:creationId xmlns:a16="http://schemas.microsoft.com/office/drawing/2014/main" id="{2A00C94F-560A-4812-B604-FFB9C91E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164" y="3912089"/>
            <a:ext cx="23923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 dirty="0"/>
              <a:t>Riffle / Run / Glide / Pool</a:t>
            </a:r>
            <a:r>
              <a:rPr lang="en-US" altLang="en-US" sz="900" dirty="0"/>
              <a:t> </a:t>
            </a:r>
            <a:r>
              <a:rPr lang="en-US" altLang="en-US" sz="800" dirty="0"/>
              <a:t>(circle one)</a:t>
            </a:r>
          </a:p>
        </p:txBody>
      </p:sp>
      <p:sp>
        <p:nvSpPr>
          <p:cNvPr id="2093" name="Text Box 680">
            <a:extLst>
              <a:ext uri="{FF2B5EF4-FFF2-40B4-BE49-F238E27FC236}">
                <a16:creationId xmlns:a16="http://schemas.microsoft.com/office/drawing/2014/main" id="{CA44365F-3ED5-416D-9038-7BB2D3A6B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02" y="2444042"/>
            <a:ext cx="19812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1 </a:t>
            </a:r>
            <a:r>
              <a:rPr lang="en-US" altLang="en-US" sz="800" dirty="0"/>
              <a:t> Fine – small gravel (0 – 2 in.)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2</a:t>
            </a:r>
            <a:r>
              <a:rPr lang="en-US" altLang="en-US" sz="800" dirty="0"/>
              <a:t>  Small – med. gravel (2 – 6 in.)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3 </a:t>
            </a:r>
            <a:r>
              <a:rPr lang="en-US" altLang="en-US" sz="800" dirty="0"/>
              <a:t> Med. – large cobble (6 – 12 in.)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4 </a:t>
            </a:r>
            <a:r>
              <a:rPr lang="en-US" altLang="en-US" sz="800" dirty="0"/>
              <a:t> Boulder ( &gt; 12 inches)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5 </a:t>
            </a:r>
            <a:r>
              <a:rPr lang="en-US" altLang="en-US" sz="800" dirty="0"/>
              <a:t> Pavement</a:t>
            </a:r>
          </a:p>
          <a:p>
            <a:pPr eaLnBrk="1" hangingPunct="1">
              <a:spcBef>
                <a:spcPct val="0"/>
              </a:spcBef>
            </a:pPr>
            <a:endParaRPr lang="en-US" altLang="en-US" sz="800" dirty="0"/>
          </a:p>
        </p:txBody>
      </p:sp>
      <p:sp>
        <p:nvSpPr>
          <p:cNvPr id="2094" name="Text Box 681">
            <a:extLst>
              <a:ext uri="{FF2B5EF4-FFF2-40B4-BE49-F238E27FC236}">
                <a16:creationId xmlns:a16="http://schemas.microsoft.com/office/drawing/2014/main" id="{95791353-0E92-42E8-A0C7-345B97AC7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107" y="3102753"/>
            <a:ext cx="1981200" cy="83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A</a:t>
            </a:r>
            <a:r>
              <a:rPr lang="en-US" altLang="en-US" sz="800" dirty="0"/>
              <a:t> – No apparent cover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B</a:t>
            </a:r>
            <a:r>
              <a:rPr lang="en-US" altLang="en-US" sz="800" dirty="0"/>
              <a:t> – Small instream objects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C</a:t>
            </a:r>
            <a:r>
              <a:rPr lang="en-US" altLang="en-US" sz="800" dirty="0"/>
              <a:t> – Large instream objects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D</a:t>
            </a:r>
            <a:r>
              <a:rPr lang="en-US" altLang="en-US" sz="800" dirty="0"/>
              <a:t> – Overhead Objects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E</a:t>
            </a:r>
            <a:r>
              <a:rPr lang="en-US" altLang="en-US" sz="800" dirty="0"/>
              <a:t> – Submerged aquatic veg. /</a:t>
            </a:r>
            <a:r>
              <a:rPr lang="en-US" altLang="en-US" sz="900" dirty="0"/>
              <a:t> </a:t>
            </a:r>
            <a:r>
              <a:rPr lang="en-US" altLang="en-US" sz="800" dirty="0"/>
              <a:t>algae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dirty="0"/>
              <a:t>F</a:t>
            </a:r>
            <a:r>
              <a:rPr lang="en-US" altLang="en-US" sz="800" dirty="0"/>
              <a:t> – Undercut bank </a:t>
            </a:r>
          </a:p>
        </p:txBody>
      </p:sp>
      <p:sp>
        <p:nvSpPr>
          <p:cNvPr id="2095" name="Rectangle 1">
            <a:extLst>
              <a:ext uri="{FF2B5EF4-FFF2-40B4-BE49-F238E27FC236}">
                <a16:creationId xmlns:a16="http://schemas.microsoft.com/office/drawing/2014/main" id="{BA622E18-0706-4AE9-BC25-8AD9F060E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27" y="3214615"/>
            <a:ext cx="419246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b="1" dirty="0"/>
              <a:t>Comments: </a:t>
            </a:r>
            <a:endParaRPr lang="en-US" altLang="en-US" sz="900" dirty="0"/>
          </a:p>
        </p:txBody>
      </p:sp>
      <p:sp>
        <p:nvSpPr>
          <p:cNvPr id="282" name="Text Box 485">
            <a:extLst>
              <a:ext uri="{FF2B5EF4-FFF2-40B4-BE49-F238E27FC236}">
                <a16:creationId xmlns:a16="http://schemas.microsoft.com/office/drawing/2014/main" id="{68F35699-AD0D-483A-9732-1FF5C297B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3458" y="1871816"/>
            <a:ext cx="1593074" cy="239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2663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82663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82663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82663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82663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826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900" b="1" dirty="0"/>
              <a:t>  Flow (CFS) </a:t>
            </a:r>
            <a:r>
              <a:rPr lang="en-US" altLang="en-US" sz="900" dirty="0"/>
              <a:t>__________</a:t>
            </a:r>
            <a:endParaRPr lang="en-US" altLang="en-US" sz="800" dirty="0"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FDDAF8-6CEE-4AF6-9B03-666D3AF8D06E}"/>
              </a:ext>
            </a:extLst>
          </p:cNvPr>
          <p:cNvGrpSpPr/>
          <p:nvPr/>
        </p:nvGrpSpPr>
        <p:grpSpPr>
          <a:xfrm>
            <a:off x="30162" y="1167221"/>
            <a:ext cx="3278186" cy="938719"/>
            <a:chOff x="106362" y="1130909"/>
            <a:chExt cx="3278186" cy="938719"/>
          </a:xfrm>
        </p:grpSpPr>
        <p:sp>
          <p:nvSpPr>
            <p:cNvPr id="2067" name="Text Box 472">
              <a:extLst>
                <a:ext uri="{FF2B5EF4-FFF2-40B4-BE49-F238E27FC236}">
                  <a16:creationId xmlns:a16="http://schemas.microsoft.com/office/drawing/2014/main" id="{F6064A20-64F7-47D6-8C72-9A4D9CD41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362" y="1130909"/>
              <a:ext cx="3246438" cy="9387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982663" eaLnBrk="0" hangingPunct="0">
                <a:spcBef>
                  <a:spcPct val="20000"/>
                </a:spcBef>
                <a:buChar char="•"/>
                <a:defRPr sz="3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82663" eaLnBrk="0" hangingPunct="0">
                <a:spcBef>
                  <a:spcPct val="20000"/>
                </a:spcBef>
                <a:buChar char="–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82663" eaLnBrk="0" hangingPunct="0">
                <a:spcBef>
                  <a:spcPct val="20000"/>
                </a:spcBef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82663" eaLnBrk="0" hangingPunct="0">
                <a:spcBef>
                  <a:spcPct val="20000"/>
                </a:spcBef>
                <a:buChar char="–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82663" eaLnBrk="0" hangingPunct="0">
                <a:spcBef>
                  <a:spcPct val="20000"/>
                </a:spcBef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826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1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000" b="1" dirty="0"/>
                <a:t>Date</a:t>
              </a:r>
              <a:r>
                <a:rPr lang="en-US" altLang="en-US" sz="1000" dirty="0"/>
                <a:t> ______ / ______ / ________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000" b="1" dirty="0"/>
                <a:t>Time</a:t>
              </a:r>
              <a:r>
                <a:rPr lang="en-US" altLang="en-US" sz="1000" dirty="0"/>
                <a:t> _____ : ______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000" b="1" dirty="0"/>
                <a:t>Data recorder</a:t>
              </a:r>
              <a:r>
                <a:rPr lang="en-US" altLang="en-US" sz="1000" dirty="0"/>
                <a:t> __________      </a:t>
              </a:r>
              <a:r>
                <a:rPr lang="en-US" altLang="en-US" sz="1000" b="1" dirty="0"/>
                <a:t>Crew</a:t>
              </a:r>
              <a:r>
                <a:rPr lang="en-US" altLang="en-US" sz="1000" dirty="0"/>
                <a:t> </a:t>
              </a:r>
              <a:r>
                <a:rPr lang="en-US" altLang="en-US" sz="1000" u="sng" dirty="0"/>
                <a:t>           </a:t>
              </a:r>
              <a:endParaRPr lang="en-US" altLang="en-US" sz="1000" dirty="0"/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000" b="1" dirty="0"/>
                <a:t>Lat: 39°_____________N Long: 121°___________W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2DB21D5-B326-469D-935D-3B95731CD39E}"/>
                </a:ext>
              </a:extLst>
            </p:cNvPr>
            <p:cNvCxnSpPr/>
            <p:nvPr/>
          </p:nvCxnSpPr>
          <p:spPr bwMode="auto">
            <a:xfrm>
              <a:off x="2309033" y="1758103"/>
              <a:ext cx="107551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49D27CB-149B-4E19-A60A-D5A8BEA76997}"/>
              </a:ext>
            </a:extLst>
          </p:cNvPr>
          <p:cNvSpPr txBox="1"/>
          <p:nvPr/>
        </p:nvSpPr>
        <p:spPr>
          <a:xfrm>
            <a:off x="5285903" y="1066363"/>
            <a:ext cx="764059" cy="62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/>
              <a:t>EF / SEIN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/>
              <a:t>BOX/RAMP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800" dirty="0"/>
              <a:t>SWEEP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6E652-21ED-296F-1275-221189E30AF9}"/>
              </a:ext>
            </a:extLst>
          </p:cNvPr>
          <p:cNvSpPr txBox="1"/>
          <p:nvPr/>
        </p:nvSpPr>
        <p:spPr>
          <a:xfrm>
            <a:off x="1370035" y="4221325"/>
            <a:ext cx="57929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000" b="1" dirty="0"/>
              <a:t>Length at Date: </a:t>
            </a:r>
            <a:r>
              <a:rPr lang="en-US" sz="1000" dirty="0"/>
              <a:t>Fall ____ - _____ Spring ____ - _____ Winter ____ - _____ Late-fall ____ - _____</a:t>
            </a:r>
            <a:endParaRPr lang="en-US" dirty="0"/>
          </a:p>
        </p:txBody>
      </p:sp>
      <p:sp>
        <p:nvSpPr>
          <p:cNvPr id="6" name="Line 476">
            <a:extLst>
              <a:ext uri="{FF2B5EF4-FFF2-40B4-BE49-F238E27FC236}">
                <a16:creationId xmlns:a16="http://schemas.microsoft.com/office/drawing/2014/main" id="{0B5B3EA5-C55D-66E1-7818-29F5B4CDA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2345" y="2168848"/>
            <a:ext cx="0" cy="1997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90">
            <a:extLst>
              <a:ext uri="{FF2B5EF4-FFF2-40B4-BE49-F238E27FC236}">
                <a16:creationId xmlns:a16="http://schemas.microsoft.com/office/drawing/2014/main" id="{FE6C77EA-9ED9-447F-AF21-18F84A0E6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7921625"/>
            <a:ext cx="2954338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juvenile bass (Micropterus sp.)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juvenile Ictalurid (catfish or bullhead)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juvenile lamprey (ammocete)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juvenile Minnow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juvenile Sculpin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juvenile non-Micropterus sunfish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 juvenile Sturgeon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/>
          </a:p>
        </p:txBody>
      </p:sp>
      <p:sp>
        <p:nvSpPr>
          <p:cNvPr id="3075" name="Text Box 59">
            <a:extLst>
              <a:ext uri="{FF2B5EF4-FFF2-40B4-BE49-F238E27FC236}">
                <a16:creationId xmlns:a16="http://schemas.microsoft.com/office/drawing/2014/main" id="{E09809F7-8895-4325-8CE6-CF7D88698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338138"/>
            <a:ext cx="122237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800" b="1" dirty="0"/>
              <a:t>Permanent Sites</a:t>
            </a:r>
          </a:p>
        </p:txBody>
      </p:sp>
      <p:sp>
        <p:nvSpPr>
          <p:cNvPr id="3076" name="Text Box 61">
            <a:extLst>
              <a:ext uri="{FF2B5EF4-FFF2-40B4-BE49-F238E27FC236}">
                <a16:creationId xmlns:a16="http://schemas.microsoft.com/office/drawing/2014/main" id="{59FC9A96-4FF5-454D-BFE8-AFAFB48C8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553582"/>
            <a:ext cx="2522537" cy="7663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Hatchery Ditch @ Culvert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Bedrock Park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River Bend Park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Aleck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Robinson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Steep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Eye riffle RL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en-US" sz="800" dirty="0"/>
              <a:t>Gateway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Outlet downstream RL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G95 (Top/bottom west island)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Hour Glide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>
                <a:highlight>
                  <a:srgbClr val="C0C0C0"/>
                </a:highlight>
              </a:rPr>
              <a:t>Keister </a:t>
            </a:r>
            <a:endParaRPr lang="en-US" altLang="en-US" sz="800" dirty="0">
              <a:highlight>
                <a:srgbClr val="C0C0C0"/>
              </a:highlight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Big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 err="1">
                <a:highlight>
                  <a:srgbClr val="C0C0C0"/>
                </a:highlight>
              </a:rPr>
              <a:t>Macfarland</a:t>
            </a:r>
            <a:r>
              <a:rPr lang="en-US" altLang="en-US" sz="800" dirty="0">
                <a:highlight>
                  <a:srgbClr val="C0C0C0"/>
                </a:highlight>
              </a:rPr>
              <a:t>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Gridley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Shallow Riffle Side Channel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Herringer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1/4 mile upstream Live Oak Boat Ramp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Sean’s beach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Yuba City Beach (Feather River Parkway)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1/4 mile downstream Yuba City Boat Ramp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>
                <a:highlight>
                  <a:srgbClr val="C0C0C0"/>
                </a:highlight>
              </a:rPr>
              <a:t>Shanghai Beach (above riffle)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Boyd Pump across from Boat Ramp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Star Bend Boat ramp (across)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Bear River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Beer Can Beach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endParaRPr lang="en-US" altLang="en-US" sz="800" dirty="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Hatchery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Hatchery Ditch @ Bottom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Moe’s Ditch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Auditorium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Trailer Park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Matthews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Robinson Side Channel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Steep Riffle Side Channel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Eye Riffle (Upper Side Channel) 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en-US" sz="800" dirty="0"/>
              <a:t>Big Hole boat ramp (across) Vance Ave Boat Ramp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Below Big Hole Island (1/2 mile)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Hour Bar Side Channel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Goose Riffle 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Lower MacFarland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Developing Riffle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Gridley Side Channel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Cox Side Channel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Herringer Side Channel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Sunset Pumps (Downstream)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1/4 mile upstream Boyd Pump Boat Ramp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Star Bend Pumps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Verona</a:t>
            </a:r>
          </a:p>
        </p:txBody>
      </p:sp>
      <p:sp>
        <p:nvSpPr>
          <p:cNvPr id="3077" name="Text Box 63">
            <a:extLst>
              <a:ext uri="{FF2B5EF4-FFF2-40B4-BE49-F238E27FC236}">
                <a16:creationId xmlns:a16="http://schemas.microsoft.com/office/drawing/2014/main" id="{067056CC-B0C7-4887-BA72-2CD325CA2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291" y="553582"/>
            <a:ext cx="908050" cy="757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FR066.5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FR065.8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FR065E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FR63.5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en-US" sz="800" dirty="0"/>
              <a:t>FR062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FR061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en-US" sz="800" dirty="0"/>
              <a:t>FR060.2</a:t>
            </a:r>
            <a:endParaRPr lang="en-US" altLang="en-US" sz="800" dirty="0">
              <a:highlight>
                <a:srgbClr val="FF00FF"/>
              </a:highlight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en-US" sz="800" dirty="0"/>
              <a:t>FR059.7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FR058.8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FR057.2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FR056.6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FR053.8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en-US" sz="800" dirty="0"/>
              <a:t>FR052.2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FR049.3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 047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FR046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FR042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FR035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FR029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FR027.5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FR025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FR022.5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FR018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FR012.5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FR07</a:t>
            </a:r>
            <a:endParaRPr lang="en-US" altLang="en-US" sz="800" b="1" u="sng" dirty="0"/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b="1" u="sng" dirty="0"/>
              <a:t>Alternate Sites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FR066.7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FR066.4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FR066.5S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FR066.4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FR064.3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FR064.1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FR062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FR061M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FR060.3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FR057.8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FR057.4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FR055.7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FR054.65S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FR052.75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FR051.9S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FR049.5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FR047.75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FR046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FR038.5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FR23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FR019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Tx/>
              <a:buNone/>
            </a:pPr>
            <a:r>
              <a:rPr lang="en-US" altLang="en-US" sz="800" dirty="0"/>
              <a:t>FR01</a:t>
            </a:r>
          </a:p>
        </p:txBody>
      </p:sp>
      <p:sp>
        <p:nvSpPr>
          <p:cNvPr id="3078" name="Text Box 67">
            <a:extLst>
              <a:ext uri="{FF2B5EF4-FFF2-40B4-BE49-F238E27FC236}">
                <a16:creationId xmlns:a16="http://schemas.microsoft.com/office/drawing/2014/main" id="{747B5B3A-D605-4B7C-9FE0-D8AE29C9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7916715"/>
            <a:ext cx="3200400" cy="175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800" b="1" u="sng" dirty="0">
                <a:latin typeface="+mn-lt"/>
              </a:rPr>
              <a:t>Salmon and Steelhead Life Stage Classification</a:t>
            </a:r>
          </a:p>
          <a:p>
            <a:pPr eaLnBrk="1" hangingPunct="1">
              <a:lnSpc>
                <a:spcPct val="3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800" dirty="0">
              <a:latin typeface="+mn-lt"/>
            </a:endParaRPr>
          </a:p>
          <a:p>
            <a:pPr>
              <a:buFontTx/>
              <a:buNone/>
              <a:defRPr/>
            </a:pPr>
            <a:r>
              <a:rPr lang="en-US" altLang="en-US" sz="800" dirty="0">
                <a:latin typeface="+mn-lt"/>
              </a:rPr>
              <a:t>1.  </a:t>
            </a:r>
            <a:r>
              <a:rPr lang="en-US" sz="800" dirty="0">
                <a:latin typeface="+mn-lt"/>
              </a:rPr>
              <a:t>Yolk-sac fry: newly emerged with visible yolk sac.</a:t>
            </a:r>
          </a:p>
          <a:p>
            <a:pPr>
              <a:buFontTx/>
              <a:buNone/>
              <a:defRPr/>
            </a:pPr>
            <a:r>
              <a:rPr lang="en-US" sz="800" dirty="0">
                <a:latin typeface="+mn-lt"/>
              </a:rPr>
              <a:t>2.  Fry: recently emerged with yolk sac absorbed, pigmentation undeveloped.</a:t>
            </a:r>
          </a:p>
          <a:p>
            <a:pPr>
              <a:buFontTx/>
              <a:buNone/>
              <a:defRPr/>
            </a:pPr>
            <a:r>
              <a:rPr lang="en-US" sz="800" dirty="0">
                <a:latin typeface="+mn-lt"/>
              </a:rPr>
              <a:t>3.  Parr: darkly pigmented with distinct </a:t>
            </a:r>
            <a:r>
              <a:rPr lang="en-US" sz="800" dirty="0" err="1">
                <a:latin typeface="+mn-lt"/>
              </a:rPr>
              <a:t>parr</a:t>
            </a:r>
            <a:r>
              <a:rPr lang="en-US" sz="800" dirty="0">
                <a:latin typeface="+mn-lt"/>
              </a:rPr>
              <a:t> marks, no silvery coloration, scales firmly set.</a:t>
            </a:r>
          </a:p>
          <a:p>
            <a:pPr>
              <a:buFontTx/>
              <a:buNone/>
              <a:defRPr/>
            </a:pPr>
            <a:r>
              <a:rPr lang="en-US" sz="800" dirty="0">
                <a:latin typeface="+mn-lt"/>
              </a:rPr>
              <a:t>4.  Silvery </a:t>
            </a:r>
            <a:r>
              <a:rPr lang="en-US" sz="800" dirty="0" err="1">
                <a:latin typeface="+mn-lt"/>
              </a:rPr>
              <a:t>parr</a:t>
            </a:r>
            <a:r>
              <a:rPr lang="en-US" sz="800" dirty="0">
                <a:latin typeface="+mn-lt"/>
              </a:rPr>
              <a:t>: </a:t>
            </a:r>
            <a:r>
              <a:rPr lang="en-US" sz="800" dirty="0" err="1">
                <a:latin typeface="+mn-lt"/>
              </a:rPr>
              <a:t>parr</a:t>
            </a:r>
            <a:r>
              <a:rPr lang="en-US" sz="800" dirty="0">
                <a:latin typeface="+mn-lt"/>
              </a:rPr>
              <a:t> marks visible but faded, intermediate degree of silvering.</a:t>
            </a:r>
          </a:p>
          <a:p>
            <a:pPr>
              <a:buFontTx/>
              <a:buNone/>
              <a:defRPr/>
            </a:pPr>
            <a:r>
              <a:rPr lang="en-US" sz="800" dirty="0">
                <a:latin typeface="+mn-lt"/>
              </a:rPr>
              <a:t>5.  </a:t>
            </a:r>
            <a:r>
              <a:rPr lang="en-US" sz="800" dirty="0" err="1">
                <a:latin typeface="+mn-lt"/>
              </a:rPr>
              <a:t>Smolt</a:t>
            </a:r>
            <a:r>
              <a:rPr lang="en-US" sz="800" dirty="0">
                <a:latin typeface="+mn-lt"/>
              </a:rPr>
              <a:t>: </a:t>
            </a:r>
            <a:r>
              <a:rPr lang="en-US" sz="800" dirty="0" err="1">
                <a:latin typeface="+mn-lt"/>
              </a:rPr>
              <a:t>parr</a:t>
            </a:r>
            <a:r>
              <a:rPr lang="en-US" sz="800" dirty="0">
                <a:latin typeface="+mn-lt"/>
              </a:rPr>
              <a:t> marks absent or extremely faded, heavy scale loss, bright silver or nearly white coloration, black trailing edge of caudal fin, more slender body.</a:t>
            </a:r>
          </a:p>
          <a:p>
            <a:pPr>
              <a:buFontTx/>
              <a:buNone/>
              <a:defRPr/>
            </a:pPr>
            <a:r>
              <a:rPr lang="en-US" sz="800" dirty="0">
                <a:latin typeface="+mn-lt"/>
              </a:rPr>
              <a:t>6.  Adults</a:t>
            </a:r>
          </a:p>
        </p:txBody>
      </p:sp>
      <p:sp>
        <p:nvSpPr>
          <p:cNvPr id="3079" name="Text Box 87">
            <a:extLst>
              <a:ext uri="{FF2B5EF4-FFF2-40B4-BE49-F238E27FC236}">
                <a16:creationId xmlns:a16="http://schemas.microsoft.com/office/drawing/2014/main" id="{30B51641-9487-4A1C-8DC4-F6E72670C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4013"/>
            <a:ext cx="1143000" cy="864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 u="sng">
                <a:solidFill>
                  <a:srgbClr val="000000"/>
                </a:solidFill>
              </a:rPr>
              <a:t>Species Code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AMS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BGS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BKB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BKS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BKT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BL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BRB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BKT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CAR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CHC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CHNA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CHNF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CHNI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CHNL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CHNW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FHM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GF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GSF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GSN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GST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HCH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HH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LMB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LP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MQF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MSS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PL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PRS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RBT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RBTC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RBTS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RBTT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REB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RES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RFS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RL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RSN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SASQ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SASU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SCB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SF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SMB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SPB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SPD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SPLT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STB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TFS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TP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TSS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W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WAG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WHC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WHS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WST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YEB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/>
          </a:p>
        </p:txBody>
      </p:sp>
      <p:sp>
        <p:nvSpPr>
          <p:cNvPr id="3080" name="Text Box 88">
            <a:extLst>
              <a:ext uri="{FF2B5EF4-FFF2-40B4-BE49-F238E27FC236}">
                <a16:creationId xmlns:a16="http://schemas.microsoft.com/office/drawing/2014/main" id="{B5BA21A2-A1B7-41CC-A557-CBED8EF13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54013"/>
            <a:ext cx="2032000" cy="877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American Shad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Bluegill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Black Bullhead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Black Crappie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Brook Trout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Pacific Brook Lamprey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Brown Bullhead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Brook Trout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Brown Trout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Common Carp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California Roach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Channel Catfish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Unknown Race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Adult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Fall Run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Inland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Late Fall Run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Spring Run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Tagged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Chinook Salmon - Winter Run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Fathead Minnow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Goldfish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Green Sunfish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Golden Shiner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Green Sturgeon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Hitch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Hardhead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Largemouth Bass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 err="1">
                <a:solidFill>
                  <a:srgbClr val="000000"/>
                </a:solidFill>
              </a:rPr>
              <a:t>Bigscale</a:t>
            </a:r>
            <a:r>
              <a:rPr lang="en-US" altLang="en-US" sz="800" dirty="0">
                <a:solidFill>
                  <a:srgbClr val="000000"/>
                </a:solidFill>
              </a:rPr>
              <a:t> Logperch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Western Mosquitofish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Inland Silverside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Pacific Lamprey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Prickly Sculpin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Steelhead Trout - form not </a:t>
            </a:r>
            <a:r>
              <a:rPr lang="en-US" altLang="en-US" sz="800" dirty="0" err="1">
                <a:solidFill>
                  <a:srgbClr val="000000"/>
                </a:solidFill>
              </a:rPr>
              <a:t>i.d.'d</a:t>
            </a:r>
            <a:r>
              <a:rPr lang="en-US" altLang="en-US" sz="800" dirty="0">
                <a:solidFill>
                  <a:srgbClr val="000000"/>
                </a:solidFill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Steelhead Trout - ad-clipped only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Steelhead Trout - steelhead (wild)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Steelhead Trout - tagged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Redeye Bass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 err="1">
                <a:solidFill>
                  <a:srgbClr val="000000"/>
                </a:solidFill>
              </a:rPr>
              <a:t>Redear</a:t>
            </a:r>
            <a:r>
              <a:rPr lang="en-US" altLang="en-US" sz="800" dirty="0">
                <a:solidFill>
                  <a:srgbClr val="000000"/>
                </a:solidFill>
              </a:rPr>
              <a:t> Sunfish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Riffle Sculpin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River Lamprey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Red Shiner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Sacramento Squawfish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Sacramento Sucker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Sacramento Blackfish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Pumpkinseed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Smallmouth Bass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Spotted Bass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Speckled Dace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Sacramento </a:t>
            </a:r>
            <a:r>
              <a:rPr lang="en-US" altLang="en-US" sz="800" dirty="0" err="1">
                <a:solidFill>
                  <a:srgbClr val="000000"/>
                </a:solidFill>
              </a:rPr>
              <a:t>Splittail</a:t>
            </a:r>
            <a:r>
              <a:rPr lang="en-US" altLang="en-US" sz="800" dirty="0">
                <a:solidFill>
                  <a:srgbClr val="000000"/>
                </a:solidFill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Striped Bass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Threadfin Shad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Tule Perch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 err="1">
                <a:solidFill>
                  <a:srgbClr val="000000"/>
                </a:solidFill>
              </a:rPr>
              <a:t>Threespine</a:t>
            </a:r>
            <a:r>
              <a:rPr lang="en-US" altLang="en-US" sz="800" dirty="0">
                <a:solidFill>
                  <a:srgbClr val="000000"/>
                </a:solidFill>
              </a:rPr>
              <a:t> Stickleback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Warmouth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 err="1">
                <a:solidFill>
                  <a:srgbClr val="000000"/>
                </a:solidFill>
              </a:rPr>
              <a:t>Wakasagi</a:t>
            </a:r>
            <a:r>
              <a:rPr lang="en-US" altLang="en-US" sz="800" dirty="0">
                <a:solidFill>
                  <a:srgbClr val="000000"/>
                </a:solidFill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White Catfish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White Crappie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White Sturgeon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Yellow Bullhead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>
                <a:solidFill>
                  <a:srgbClr val="000000"/>
                </a:solidFill>
              </a:rPr>
              <a:t>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 dirty="0"/>
          </a:p>
        </p:txBody>
      </p:sp>
      <p:sp>
        <p:nvSpPr>
          <p:cNvPr id="3081" name="Text Box 89">
            <a:extLst>
              <a:ext uri="{FF2B5EF4-FFF2-40B4-BE49-F238E27FC236}">
                <a16:creationId xmlns:a16="http://schemas.microsoft.com/office/drawing/2014/main" id="{30EAF253-5B43-4A1B-A343-8D15EF757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799388"/>
            <a:ext cx="11080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UNID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BAS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CAT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LAM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MIN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SCP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SNF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</a:rPr>
              <a:t>STG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826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826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11932</TotalTime>
  <Words>1080</Words>
  <Application>Microsoft Office PowerPoint</Application>
  <PresentationFormat>Custom</PresentationFormat>
  <Paragraphs>346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Default Design</vt:lpstr>
      <vt:lpstr>PowerPoint Presentation</vt:lpstr>
      <vt:lpstr>PowerPoint Presentation</vt:lpstr>
    </vt:vector>
  </TitlesOfParts>
  <Company>DWR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kstarks</dc:creator>
  <cp:lastModifiedBy>Hickey, Kassie@DWR</cp:lastModifiedBy>
  <cp:revision>47</cp:revision>
  <cp:lastPrinted>2023-01-11T15:32:51Z</cp:lastPrinted>
  <dcterms:created xsi:type="dcterms:W3CDTF">2008-07-15T21:24:53Z</dcterms:created>
  <dcterms:modified xsi:type="dcterms:W3CDTF">2023-06-22T22:57:15Z</dcterms:modified>
</cp:coreProperties>
</file>